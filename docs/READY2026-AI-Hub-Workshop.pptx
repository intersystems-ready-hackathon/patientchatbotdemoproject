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38"/>
  </p:notesMasterIdLst>
  <p:handoutMasterIdLst>
    <p:handoutMasterId r:id="rId39"/>
  </p:handout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</p:sldIdLst>
  <p:sldSz cx="12192000" cy="6858000"/>
  <p:notesSz cx="6858000" cy="9144000"/>
  <p:embeddedFontLs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ral" id="{A886F1BE-1D38-43DE-8A87-B84D2181A592}">
          <p14:sldIdLst>
            <p14:sldId id="350"/>
          </p14:sldIdLst>
        </p14:section>
        <p14:section name="Please include these at the end of all decks" id="{2AD75A05-C9AB-054C-80A9-A6E9D280FA1F}">
          <p14:sldIdLst>
            <p14:sldId id="352"/>
            <p14:sldId id="355"/>
            <p14:sldId id="356"/>
          </p14:sldIdLst>
        </p14:section>
        <p14:section name="Blank Template slides" id="{7F5C12C3-ECCB-264D-8E3C-834049D0BB57}">
          <p14:sldIdLst>
            <p14:sldId id="344"/>
            <p14:sldId id="357"/>
            <p14:sldId id="358"/>
            <p14:sldId id="359"/>
            <p14:sldId id="360"/>
            <p14:sldId id="363"/>
            <p14:sldId id="365"/>
            <p14:sldId id="366"/>
            <p14:sldId id="364"/>
            <p14:sldId id="347"/>
            <p14:sldId id="368"/>
            <p14:sldId id="362"/>
            <p14:sldId id="361"/>
            <p14:sldId id="353"/>
            <p14:sldId id="349"/>
            <p14:sldId id="367"/>
            <p14:sldId id="354"/>
            <p14:sldId id="369"/>
            <p14:sldId id="269"/>
            <p14:sldId id="263"/>
            <p14:sldId id="286"/>
            <p14:sldId id="351"/>
          </p14:sldIdLst>
        </p14:section>
        <p14:section name="Healthcare" id="{14FBB625-314A-4AF3-8482-82CE2D598B3D}">
          <p14:sldIdLst>
            <p14:sldId id="338"/>
            <p14:sldId id="333"/>
          </p14:sldIdLst>
        </p14:section>
        <p14:section name="Supply Chain" id="{F0404296-4643-4698-94F5-6DF76BFAE2D2}">
          <p14:sldIdLst>
            <p14:sldId id="334"/>
            <p14:sldId id="335"/>
          </p14:sldIdLst>
        </p14:section>
        <p14:section name="Financial Services" id="{A142A41E-92AA-4992-A63C-56B1E34B6668}">
          <p14:sldIdLst>
            <p14:sldId id="336"/>
            <p14:sldId id="34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A95E4-96A3-4C35-81FC-9F1CF4A6C239}" v="14" dt="2026-03-31T14:34:26.524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font" Target="fonts/font4.fnt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 Petrocelli" userId="b7f101eb-82ee-4ece-a92c-9b91fd6b8f35" providerId="ADAL" clId="{30BA95E4-96A3-4C35-81FC-9F1CF4A6C239}"/>
    <pc:docChg chg="addSld modSld">
      <pc:chgData name="Nicholas Petrocelli" userId="b7f101eb-82ee-4ece-a92c-9b91fd6b8f35" providerId="ADAL" clId="{30BA95E4-96A3-4C35-81FC-9F1CF4A6C239}" dt="2026-03-17T13:08:58.652" v="96"/>
      <pc:docMkLst>
        <pc:docMk/>
      </pc:docMkLst>
      <pc:sldChg chg="modSp mod">
        <pc:chgData name="Nicholas Petrocelli" userId="b7f101eb-82ee-4ece-a92c-9b91fd6b8f35" providerId="ADAL" clId="{30BA95E4-96A3-4C35-81FC-9F1CF4A6C239}" dt="2026-03-17T13:08:24.928" v="95" actId="20577"/>
        <pc:sldMkLst>
          <pc:docMk/>
          <pc:sldMk cId="709113976" sldId="344"/>
        </pc:sldMkLst>
        <pc:spChg chg="mod">
          <ac:chgData name="Nicholas Petrocelli" userId="b7f101eb-82ee-4ece-a92c-9b91fd6b8f35" providerId="ADAL" clId="{30BA95E4-96A3-4C35-81FC-9F1CF4A6C239}" dt="2026-03-17T13:07:47.692" v="33" actId="20577"/>
          <ac:spMkLst>
            <pc:docMk/>
            <pc:sldMk cId="709113976" sldId="344"/>
            <ac:spMk id="11" creationId="{76A6A769-C195-A2FD-AD3B-1DA444C0F8F8}"/>
          </ac:spMkLst>
        </pc:spChg>
        <pc:spChg chg="mod">
          <ac:chgData name="Nicholas Petrocelli" userId="b7f101eb-82ee-4ece-a92c-9b91fd6b8f35" providerId="ADAL" clId="{30BA95E4-96A3-4C35-81FC-9F1CF4A6C239}" dt="2026-03-17T13:08:10.439" v="69" actId="20577"/>
          <ac:spMkLst>
            <pc:docMk/>
            <pc:sldMk cId="709113976" sldId="344"/>
            <ac:spMk id="12" creationId="{4BF9600D-37C8-1029-05A9-94B3EF2F3E72}"/>
          </ac:spMkLst>
        </pc:spChg>
        <pc:spChg chg="mod">
          <ac:chgData name="Nicholas Petrocelli" userId="b7f101eb-82ee-4ece-a92c-9b91fd6b8f35" providerId="ADAL" clId="{30BA95E4-96A3-4C35-81FC-9F1CF4A6C239}" dt="2026-03-17T13:08:24.928" v="95" actId="20577"/>
          <ac:spMkLst>
            <pc:docMk/>
            <pc:sldMk cId="709113976" sldId="344"/>
            <ac:spMk id="13" creationId="{E60EB9E4-CEB5-C088-AA29-51048DFF8669}"/>
          </ac:spMkLst>
        </pc:spChg>
      </pc:sldChg>
      <pc:sldChg chg="modSp mod">
        <pc:chgData name="Nicholas Petrocelli" userId="b7f101eb-82ee-4ece-a92c-9b91fd6b8f35" providerId="ADAL" clId="{30BA95E4-96A3-4C35-81FC-9F1CF4A6C239}" dt="2026-03-17T13:06:10.624" v="0" actId="2711"/>
        <pc:sldMkLst>
          <pc:docMk/>
          <pc:sldMk cId="163870896" sldId="352"/>
        </pc:sldMkLst>
        <pc:spChg chg="mod">
          <ac:chgData name="Nicholas Petrocelli" userId="b7f101eb-82ee-4ece-a92c-9b91fd6b8f35" providerId="ADAL" clId="{30BA95E4-96A3-4C35-81FC-9F1CF4A6C239}" dt="2026-03-17T13:06:10.624" v="0" actId="2711"/>
          <ac:spMkLst>
            <pc:docMk/>
            <pc:sldMk cId="163870896" sldId="352"/>
            <ac:spMk id="6" creationId="{017C34B3-3E8C-B8C6-7C33-27B2F0949EC7}"/>
          </ac:spMkLst>
        </pc:spChg>
      </pc:sldChg>
      <pc:sldChg chg="add">
        <pc:chgData name="Nicholas Petrocelli" userId="b7f101eb-82ee-4ece-a92c-9b91fd6b8f35" providerId="ADAL" clId="{30BA95E4-96A3-4C35-81FC-9F1CF4A6C239}" dt="2026-03-17T13:08:58.652" v="96"/>
        <pc:sldMkLst>
          <pc:docMk/>
          <pc:sldMk cId="3806528679" sldId="357"/>
        </pc:sldMkLst>
      </pc:sldChg>
    </pc:docChg>
  </pc:docChgLst>
  <pc:docChgLst>
    <pc:chgData name="Nicholas Petrocelli" userId="b7f101eb-82ee-4ece-a92c-9b91fd6b8f35" providerId="ADAL" clId="{7EE8E3D7-62DC-4B60-8AD6-26992F329207}"/>
    <pc:docChg chg="undo custSel addSld delSld modSld sldOrd modSection">
      <pc:chgData name="Nicholas Petrocelli" userId="b7f101eb-82ee-4ece-a92c-9b91fd6b8f35" providerId="ADAL" clId="{7EE8E3D7-62DC-4B60-8AD6-26992F329207}" dt="2026-03-31T14:51:16.793" v="4793" actId="20577"/>
      <pc:docMkLst>
        <pc:docMk/>
      </pc:docMkLst>
      <pc:sldChg chg="addSp delSp modSp mod chgLayout modNotesTx">
        <pc:chgData name="Nicholas Petrocelli" userId="b7f101eb-82ee-4ece-a92c-9b91fd6b8f35" providerId="ADAL" clId="{7EE8E3D7-62DC-4B60-8AD6-26992F329207}" dt="2026-03-17T14:57:15.813" v="1084" actId="20577"/>
        <pc:sldMkLst>
          <pc:docMk/>
          <pc:sldMk cId="709113976" sldId="344"/>
        </pc:sldMkLst>
        <pc:spChg chg="mod ord">
          <ac:chgData name="Nicholas Petrocelli" userId="b7f101eb-82ee-4ece-a92c-9b91fd6b8f35" providerId="ADAL" clId="{7EE8E3D7-62DC-4B60-8AD6-26992F329207}" dt="2026-03-17T14:02:03.028" v="1" actId="6264"/>
          <ac:spMkLst>
            <pc:docMk/>
            <pc:sldMk cId="709113976" sldId="344"/>
            <ac:spMk id="2" creationId="{417EC917-6D79-2BCE-4599-F3089DA8B44E}"/>
          </ac:spMkLst>
        </pc:spChg>
        <pc:spChg chg="mod ord">
          <ac:chgData name="Nicholas Petrocelli" userId="b7f101eb-82ee-4ece-a92c-9b91fd6b8f35" providerId="ADAL" clId="{7EE8E3D7-62DC-4B60-8AD6-26992F329207}" dt="2026-03-17T14:29:56.352" v="349" actId="27636"/>
          <ac:spMkLst>
            <pc:docMk/>
            <pc:sldMk cId="709113976" sldId="344"/>
            <ac:spMk id="12" creationId="{4BF9600D-37C8-1029-05A9-94B3EF2F3E72}"/>
          </ac:spMkLst>
        </pc:spChg>
        <pc:spChg chg="mod">
          <ac:chgData name="Nicholas Petrocelli" userId="b7f101eb-82ee-4ece-a92c-9b91fd6b8f35" providerId="ADAL" clId="{7EE8E3D7-62DC-4B60-8AD6-26992F329207}" dt="2026-03-17T14:28:58.424" v="329" actId="20577"/>
          <ac:spMkLst>
            <pc:docMk/>
            <pc:sldMk cId="709113976" sldId="344"/>
            <ac:spMk id="13" creationId="{E60EB9E4-CEB5-C088-AA29-51048DFF8669}"/>
          </ac:spMkLst>
        </pc:spChg>
        <pc:spChg chg="mod">
          <ac:chgData name="Nicholas Petrocelli" userId="b7f101eb-82ee-4ece-a92c-9b91fd6b8f35" providerId="ADAL" clId="{7EE8E3D7-62DC-4B60-8AD6-26992F329207}" dt="2026-03-17T14:40:35.968" v="533" actId="20577"/>
          <ac:spMkLst>
            <pc:docMk/>
            <pc:sldMk cId="709113976" sldId="344"/>
            <ac:spMk id="32" creationId="{037066EE-9568-0132-A7AB-0DF106AAA3D8}"/>
          </ac:spMkLst>
        </pc:spChg>
        <pc:spChg chg="mod">
          <ac:chgData name="Nicholas Petrocelli" userId="b7f101eb-82ee-4ece-a92c-9b91fd6b8f35" providerId="ADAL" clId="{7EE8E3D7-62DC-4B60-8AD6-26992F329207}" dt="2026-03-17T14:52:49.712" v="864" actId="20577"/>
          <ac:spMkLst>
            <pc:docMk/>
            <pc:sldMk cId="709113976" sldId="344"/>
            <ac:spMk id="33" creationId="{ED4A6961-E8FB-EAF5-DA9D-AFF176CFD5E1}"/>
          </ac:spMkLst>
        </pc:spChg>
        <pc:spChg chg="add mod ord">
          <ac:chgData name="Nicholas Petrocelli" userId="b7f101eb-82ee-4ece-a92c-9b91fd6b8f35" providerId="ADAL" clId="{7EE8E3D7-62DC-4B60-8AD6-26992F329207}" dt="2026-03-17T14:30:21.823" v="399" actId="20577"/>
          <ac:spMkLst>
            <pc:docMk/>
            <pc:sldMk cId="709113976" sldId="344"/>
            <ac:spMk id="34" creationId="{46857CCF-B722-7F24-9029-DCB5F381A640}"/>
          </ac:spMkLst>
        </pc:spChg>
        <pc:spChg chg="add mod ord">
          <ac:chgData name="Nicholas Petrocelli" userId="b7f101eb-82ee-4ece-a92c-9b91fd6b8f35" providerId="ADAL" clId="{7EE8E3D7-62DC-4B60-8AD6-26992F329207}" dt="2026-03-17T14:02:03.028" v="1" actId="6264"/>
          <ac:spMkLst>
            <pc:docMk/>
            <pc:sldMk cId="709113976" sldId="344"/>
            <ac:spMk id="38" creationId="{B1C52DBF-9E30-44A0-2636-83F008357396}"/>
          </ac:spMkLst>
        </pc:spChg>
      </pc:sldChg>
      <pc:sldChg chg="addSp delSp modSp mod ord">
        <pc:chgData name="Nicholas Petrocelli" userId="b7f101eb-82ee-4ece-a92c-9b91fd6b8f35" providerId="ADAL" clId="{7EE8E3D7-62DC-4B60-8AD6-26992F329207}" dt="2026-03-30T21:21:21.200" v="4390" actId="255"/>
        <pc:sldMkLst>
          <pc:docMk/>
          <pc:sldMk cId="1734165369" sldId="347"/>
        </pc:sldMkLst>
        <pc:spChg chg="mod">
          <ac:chgData name="Nicholas Petrocelli" userId="b7f101eb-82ee-4ece-a92c-9b91fd6b8f35" providerId="ADAL" clId="{7EE8E3D7-62DC-4B60-8AD6-26992F329207}" dt="2026-03-30T21:12:41.384" v="4322" actId="20577"/>
          <ac:spMkLst>
            <pc:docMk/>
            <pc:sldMk cId="1734165369" sldId="347"/>
            <ac:spMk id="2" creationId="{DD549E00-8DA3-20D0-DAB8-C43AE378F70F}"/>
          </ac:spMkLst>
        </pc:spChg>
        <pc:spChg chg="add del mod">
          <ac:chgData name="Nicholas Petrocelli" userId="b7f101eb-82ee-4ece-a92c-9b91fd6b8f35" providerId="ADAL" clId="{7EE8E3D7-62DC-4B60-8AD6-26992F329207}" dt="2026-03-30T21:14:51.195" v="4328" actId="478"/>
          <ac:spMkLst>
            <pc:docMk/>
            <pc:sldMk cId="1734165369" sldId="347"/>
            <ac:spMk id="3" creationId="{2CAE735D-3D57-4F8B-52FB-FA2B90B8E225}"/>
          </ac:spMkLst>
        </pc:spChg>
        <pc:spChg chg="add del mod">
          <ac:chgData name="Nicholas Petrocelli" userId="b7f101eb-82ee-4ece-a92c-9b91fd6b8f35" providerId="ADAL" clId="{7EE8E3D7-62DC-4B60-8AD6-26992F329207}" dt="2026-03-30T21:14:49.235" v="4327" actId="478"/>
          <ac:spMkLst>
            <pc:docMk/>
            <pc:sldMk cId="1734165369" sldId="347"/>
            <ac:spMk id="4" creationId="{5A441383-E98C-35D5-C016-55F613100E16}"/>
          </ac:spMkLst>
        </pc:spChg>
        <pc:spChg chg="add mod">
          <ac:chgData name="Nicholas Petrocelli" userId="b7f101eb-82ee-4ece-a92c-9b91fd6b8f35" providerId="ADAL" clId="{7EE8E3D7-62DC-4B60-8AD6-26992F329207}" dt="2026-03-30T21:21:21.200" v="4390" actId="255"/>
          <ac:spMkLst>
            <pc:docMk/>
            <pc:sldMk cId="1734165369" sldId="347"/>
            <ac:spMk id="11" creationId="{03000E58-6F9C-CB73-533E-1A6F79524BC5}"/>
          </ac:spMkLst>
        </pc:spChg>
        <pc:picChg chg="add del mod">
          <ac:chgData name="Nicholas Petrocelli" userId="b7f101eb-82ee-4ece-a92c-9b91fd6b8f35" providerId="ADAL" clId="{7EE8E3D7-62DC-4B60-8AD6-26992F329207}" dt="2026-03-30T21:19:50.741" v="4345" actId="478"/>
          <ac:picMkLst>
            <pc:docMk/>
            <pc:sldMk cId="1734165369" sldId="347"/>
            <ac:picMk id="6" creationId="{2DCEDC5D-3E54-1C74-4E23-EDDAA141B1B1}"/>
          </ac:picMkLst>
        </pc:picChg>
        <pc:picChg chg="add mod">
          <ac:chgData name="Nicholas Petrocelli" userId="b7f101eb-82ee-4ece-a92c-9b91fd6b8f35" providerId="ADAL" clId="{7EE8E3D7-62DC-4B60-8AD6-26992F329207}" dt="2026-03-30T21:19:32.765" v="4344" actId="1076"/>
          <ac:picMkLst>
            <pc:docMk/>
            <pc:sldMk cId="1734165369" sldId="347"/>
            <ac:picMk id="8" creationId="{C7F8A12B-A6C4-5563-CC72-64D13C626D98}"/>
          </ac:picMkLst>
        </pc:picChg>
        <pc:picChg chg="add mod">
          <ac:chgData name="Nicholas Petrocelli" userId="b7f101eb-82ee-4ece-a92c-9b91fd6b8f35" providerId="ADAL" clId="{7EE8E3D7-62DC-4B60-8AD6-26992F329207}" dt="2026-03-30T21:20:04.530" v="4352" actId="1076"/>
          <ac:picMkLst>
            <pc:docMk/>
            <pc:sldMk cId="1734165369" sldId="347"/>
            <ac:picMk id="10" creationId="{D3764BDF-EFD7-5C6B-B0FB-090494F17FAE}"/>
          </ac:picMkLst>
        </pc:picChg>
      </pc:sldChg>
      <pc:sldChg chg="addSp delSp modSp mod">
        <pc:chgData name="Nicholas Petrocelli" userId="b7f101eb-82ee-4ece-a92c-9b91fd6b8f35" providerId="ADAL" clId="{7EE8E3D7-62DC-4B60-8AD6-26992F329207}" dt="2026-03-24T14:33:03.756" v="2318" actId="931"/>
        <pc:sldMkLst>
          <pc:docMk/>
          <pc:sldMk cId="170486214" sldId="350"/>
        </pc:sldMkLst>
        <pc:spChg chg="add del">
          <ac:chgData name="Nicholas Petrocelli" userId="b7f101eb-82ee-4ece-a92c-9b91fd6b8f35" providerId="ADAL" clId="{7EE8E3D7-62DC-4B60-8AD6-26992F329207}" dt="2026-03-24T14:33:03.756" v="2318" actId="931"/>
          <ac:spMkLst>
            <pc:docMk/>
            <pc:sldMk cId="170486214" sldId="350"/>
            <ac:spMk id="2" creationId="{340D1464-C73A-DCCF-89A6-9F40E42FFE05}"/>
          </ac:spMkLst>
        </pc:spChg>
        <pc:spChg chg="mod">
          <ac:chgData name="Nicholas Petrocelli" userId="b7f101eb-82ee-4ece-a92c-9b91fd6b8f35" providerId="ADAL" clId="{7EE8E3D7-62DC-4B60-8AD6-26992F329207}" dt="2026-03-17T14:55:37.941" v="948" actId="20577"/>
          <ac:spMkLst>
            <pc:docMk/>
            <pc:sldMk cId="170486214" sldId="350"/>
            <ac:spMk id="3" creationId="{FD21723B-3AE9-2F3E-60A4-D524ACFE3B91}"/>
          </ac:spMkLst>
        </pc:spChg>
      </pc:sldChg>
      <pc:sldChg chg="modSp mod ord">
        <pc:chgData name="Nicholas Petrocelli" userId="b7f101eb-82ee-4ece-a92c-9b91fd6b8f35" providerId="ADAL" clId="{7EE8E3D7-62DC-4B60-8AD6-26992F329207}" dt="2026-03-31T14:34:47.165" v="4524" actId="20577"/>
        <pc:sldMkLst>
          <pc:docMk/>
          <pc:sldMk cId="2318825014" sldId="353"/>
        </pc:sldMkLst>
        <pc:spChg chg="mod">
          <ac:chgData name="Nicholas Petrocelli" userId="b7f101eb-82ee-4ece-a92c-9b91fd6b8f35" providerId="ADAL" clId="{7EE8E3D7-62DC-4B60-8AD6-26992F329207}" dt="2026-03-31T14:34:40.726" v="4498" actId="20577"/>
          <ac:spMkLst>
            <pc:docMk/>
            <pc:sldMk cId="2318825014" sldId="353"/>
            <ac:spMk id="4" creationId="{818A2346-DC96-5F5D-B083-F0F46B1906B0}"/>
          </ac:spMkLst>
        </pc:spChg>
        <pc:spChg chg="mod">
          <ac:chgData name="Nicholas Petrocelli" userId="b7f101eb-82ee-4ece-a92c-9b91fd6b8f35" providerId="ADAL" clId="{7EE8E3D7-62DC-4B60-8AD6-26992F329207}" dt="2026-03-31T14:34:47.165" v="4524" actId="20577"/>
          <ac:spMkLst>
            <pc:docMk/>
            <pc:sldMk cId="2318825014" sldId="353"/>
            <ac:spMk id="5" creationId="{F7378878-120A-4FB4-4E8D-A86AD3156363}"/>
          </ac:spMkLst>
        </pc:spChg>
      </pc:sldChg>
      <pc:sldChg chg="addSp delSp modSp mod chgLayout modNotesTx">
        <pc:chgData name="Nicholas Petrocelli" userId="b7f101eb-82ee-4ece-a92c-9b91fd6b8f35" providerId="ADAL" clId="{7EE8E3D7-62DC-4B60-8AD6-26992F329207}" dt="2026-03-17T14:58:02.246" v="1093" actId="20577"/>
        <pc:sldMkLst>
          <pc:docMk/>
          <pc:sldMk cId="3806528679" sldId="357"/>
        </pc:sldMkLst>
        <pc:spChg chg="mod ord">
          <ac:chgData name="Nicholas Petrocelli" userId="b7f101eb-82ee-4ece-a92c-9b91fd6b8f35" providerId="ADAL" clId="{7EE8E3D7-62DC-4B60-8AD6-26992F329207}" dt="2026-03-17T14:01:53.281" v="0" actId="6264"/>
          <ac:spMkLst>
            <pc:docMk/>
            <pc:sldMk cId="3806528679" sldId="357"/>
            <ac:spMk id="2" creationId="{0C4C0A58-E06D-4E21-0AA1-ACE44C3BB2FD}"/>
          </ac:spMkLst>
        </pc:spChg>
        <pc:spChg chg="mod">
          <ac:chgData name="Nicholas Petrocelli" userId="b7f101eb-82ee-4ece-a92c-9b91fd6b8f35" providerId="ADAL" clId="{7EE8E3D7-62DC-4B60-8AD6-26992F329207}" dt="2026-03-17T14:03:39.586" v="22" actId="20577"/>
          <ac:spMkLst>
            <pc:docMk/>
            <pc:sldMk cId="3806528679" sldId="357"/>
            <ac:spMk id="3" creationId="{BB34417B-83B8-D8A5-607B-50141054F2E8}"/>
          </ac:spMkLst>
        </pc:spChg>
        <pc:spChg chg="mod">
          <ac:chgData name="Nicholas Petrocelli" userId="b7f101eb-82ee-4ece-a92c-9b91fd6b8f35" providerId="ADAL" clId="{7EE8E3D7-62DC-4B60-8AD6-26992F329207}" dt="2026-03-17T14:03:41.663" v="24" actId="20577"/>
          <ac:spMkLst>
            <pc:docMk/>
            <pc:sldMk cId="3806528679" sldId="357"/>
            <ac:spMk id="4" creationId="{1E058AFA-EFA6-F7E3-8DF0-71569655AFCA}"/>
          </ac:spMkLst>
        </pc:spChg>
        <pc:spChg chg="mod">
          <ac:chgData name="Nicholas Petrocelli" userId="b7f101eb-82ee-4ece-a92c-9b91fd6b8f35" providerId="ADAL" clId="{7EE8E3D7-62DC-4B60-8AD6-26992F329207}" dt="2026-03-17T14:03:43.593" v="26" actId="20577"/>
          <ac:spMkLst>
            <pc:docMk/>
            <pc:sldMk cId="3806528679" sldId="357"/>
            <ac:spMk id="5" creationId="{F4008E92-8375-C171-62AA-6751FD21698E}"/>
          </ac:spMkLst>
        </pc:spChg>
        <pc:spChg chg="mod">
          <ac:chgData name="Nicholas Petrocelli" userId="b7f101eb-82ee-4ece-a92c-9b91fd6b8f35" providerId="ADAL" clId="{7EE8E3D7-62DC-4B60-8AD6-26992F329207}" dt="2026-03-17T14:03:46.408" v="30" actId="20577"/>
          <ac:spMkLst>
            <pc:docMk/>
            <pc:sldMk cId="3806528679" sldId="357"/>
            <ac:spMk id="6" creationId="{FFED874B-C4FC-57D2-3BBC-2F0D780477FD}"/>
          </ac:spMkLst>
        </pc:spChg>
        <pc:spChg chg="mod ord">
          <ac:chgData name="Nicholas Petrocelli" userId="b7f101eb-82ee-4ece-a92c-9b91fd6b8f35" providerId="ADAL" clId="{7EE8E3D7-62DC-4B60-8AD6-26992F329207}" dt="2026-03-17T14:03:48.912" v="34" actId="20577"/>
          <ac:spMkLst>
            <pc:docMk/>
            <pc:sldMk cId="3806528679" sldId="357"/>
            <ac:spMk id="7" creationId="{596CD98F-2A69-6C45-CCB9-770E1467DDB4}"/>
          </ac:spMkLst>
        </pc:spChg>
        <pc:spChg chg="mod ord">
          <ac:chgData name="Nicholas Petrocelli" userId="b7f101eb-82ee-4ece-a92c-9b91fd6b8f35" providerId="ADAL" clId="{7EE8E3D7-62DC-4B60-8AD6-26992F329207}" dt="2026-03-17T14:03:51.738" v="38" actId="20577"/>
          <ac:spMkLst>
            <pc:docMk/>
            <pc:sldMk cId="3806528679" sldId="357"/>
            <ac:spMk id="8" creationId="{347208FC-BBBE-7DA2-DB17-9D0F834C15BE}"/>
          </ac:spMkLst>
        </pc:spChg>
        <pc:spChg chg="mod ord">
          <ac:chgData name="Nicholas Petrocelli" userId="b7f101eb-82ee-4ece-a92c-9b91fd6b8f35" providerId="ADAL" clId="{7EE8E3D7-62DC-4B60-8AD6-26992F329207}" dt="2026-03-17T14:46:49.157" v="698" actId="20577"/>
          <ac:spMkLst>
            <pc:docMk/>
            <pc:sldMk cId="3806528679" sldId="357"/>
            <ac:spMk id="11" creationId="{25F12135-7C7D-94E0-DDE4-827490C98231}"/>
          </ac:spMkLst>
        </pc:spChg>
        <pc:spChg chg="mod">
          <ac:chgData name="Nicholas Petrocelli" userId="b7f101eb-82ee-4ece-a92c-9b91fd6b8f35" providerId="ADAL" clId="{7EE8E3D7-62DC-4B60-8AD6-26992F329207}" dt="2026-03-17T14:47:20.016" v="741" actId="20577"/>
          <ac:spMkLst>
            <pc:docMk/>
            <pc:sldMk cId="3806528679" sldId="357"/>
            <ac:spMk id="12" creationId="{FBDD4E7A-B6FF-D5F5-0689-779FB07C979D}"/>
          </ac:spMkLst>
        </pc:spChg>
        <pc:spChg chg="mod">
          <ac:chgData name="Nicholas Petrocelli" userId="b7f101eb-82ee-4ece-a92c-9b91fd6b8f35" providerId="ADAL" clId="{7EE8E3D7-62DC-4B60-8AD6-26992F329207}" dt="2026-03-17T14:55:03.789" v="932" actId="20577"/>
          <ac:spMkLst>
            <pc:docMk/>
            <pc:sldMk cId="3806528679" sldId="357"/>
            <ac:spMk id="13" creationId="{6B856A6B-ED2B-87C7-B647-B9E3FA082489}"/>
          </ac:spMkLst>
        </pc:spChg>
        <pc:spChg chg="mod">
          <ac:chgData name="Nicholas Petrocelli" userId="b7f101eb-82ee-4ece-a92c-9b91fd6b8f35" providerId="ADAL" clId="{7EE8E3D7-62DC-4B60-8AD6-26992F329207}" dt="2026-03-17T14:35:03.407" v="435" actId="20577"/>
          <ac:spMkLst>
            <pc:docMk/>
            <pc:sldMk cId="3806528679" sldId="357"/>
            <ac:spMk id="32" creationId="{6ADD2C24-AFEA-DA5F-6BF4-C5B6F036ECFA}"/>
          </ac:spMkLst>
        </pc:spChg>
        <pc:spChg chg="mod">
          <ac:chgData name="Nicholas Petrocelli" userId="b7f101eb-82ee-4ece-a92c-9b91fd6b8f35" providerId="ADAL" clId="{7EE8E3D7-62DC-4B60-8AD6-26992F329207}" dt="2026-03-17T14:37:08.894" v="489" actId="20577"/>
          <ac:spMkLst>
            <pc:docMk/>
            <pc:sldMk cId="3806528679" sldId="357"/>
            <ac:spMk id="33" creationId="{270621F7-441C-E299-6E74-4D60F4041D7E}"/>
          </ac:spMkLst>
        </pc:spChg>
        <pc:spChg chg="mod">
          <ac:chgData name="Nicholas Petrocelli" userId="b7f101eb-82ee-4ece-a92c-9b91fd6b8f35" providerId="ADAL" clId="{7EE8E3D7-62DC-4B60-8AD6-26992F329207}" dt="2026-03-17T14:58:02.246" v="1093" actId="20577"/>
          <ac:spMkLst>
            <pc:docMk/>
            <pc:sldMk cId="3806528679" sldId="357"/>
            <ac:spMk id="34" creationId="{BDB10247-F4CF-D613-868D-7C67A45FFA3F}"/>
          </ac:spMkLst>
        </pc:spChg>
        <pc:spChg chg="add mod ord">
          <ac:chgData name="Nicholas Petrocelli" userId="b7f101eb-82ee-4ece-a92c-9b91fd6b8f35" providerId="ADAL" clId="{7EE8E3D7-62DC-4B60-8AD6-26992F329207}" dt="2026-03-17T14:01:53.281" v="0" actId="6264"/>
          <ac:spMkLst>
            <pc:docMk/>
            <pc:sldMk cId="3806528679" sldId="357"/>
            <ac:spMk id="40" creationId="{BB99F937-AC55-9D18-4CE1-3311C5ABC300}"/>
          </ac:spMkLst>
        </pc:spChg>
      </pc:sldChg>
      <pc:sldChg chg="add">
        <pc:chgData name="Nicholas Petrocelli" userId="b7f101eb-82ee-4ece-a92c-9b91fd6b8f35" providerId="ADAL" clId="{7EE8E3D7-62DC-4B60-8AD6-26992F329207}" dt="2026-03-17T14:03:33.914" v="20"/>
        <pc:sldMkLst>
          <pc:docMk/>
          <pc:sldMk cId="1437730556" sldId="358"/>
        </pc:sldMkLst>
      </pc:sldChg>
      <pc:sldChg chg="add">
        <pc:chgData name="Nicholas Petrocelli" userId="b7f101eb-82ee-4ece-a92c-9b91fd6b8f35" providerId="ADAL" clId="{7EE8E3D7-62DC-4B60-8AD6-26992F329207}" dt="2026-03-24T14:10:10.868" v="1094"/>
        <pc:sldMkLst>
          <pc:docMk/>
          <pc:sldMk cId="2455456334" sldId="359"/>
        </pc:sldMkLst>
      </pc:sldChg>
      <pc:sldChg chg="add modNotesTx">
        <pc:chgData name="Nicholas Petrocelli" userId="b7f101eb-82ee-4ece-a92c-9b91fd6b8f35" providerId="ADAL" clId="{7EE8E3D7-62DC-4B60-8AD6-26992F329207}" dt="2026-03-24T14:12:51.244" v="1107" actId="20577"/>
        <pc:sldMkLst>
          <pc:docMk/>
          <pc:sldMk cId="3888931920" sldId="360"/>
        </pc:sldMkLst>
      </pc:sldChg>
      <pc:sldChg chg="modSp add mod">
        <pc:chgData name="Nicholas Petrocelli" userId="b7f101eb-82ee-4ece-a92c-9b91fd6b8f35" providerId="ADAL" clId="{7EE8E3D7-62DC-4B60-8AD6-26992F329207}" dt="2026-03-31T14:51:16.793" v="4793" actId="20577"/>
        <pc:sldMkLst>
          <pc:docMk/>
          <pc:sldMk cId="1477517023" sldId="361"/>
        </pc:sldMkLst>
        <pc:spChg chg="mod">
          <ac:chgData name="Nicholas Petrocelli" userId="b7f101eb-82ee-4ece-a92c-9b91fd6b8f35" providerId="ADAL" clId="{7EE8E3D7-62DC-4B60-8AD6-26992F329207}" dt="2026-03-31T14:51:16.793" v="4793" actId="20577"/>
          <ac:spMkLst>
            <pc:docMk/>
            <pc:sldMk cId="1477517023" sldId="361"/>
            <ac:spMk id="5" creationId="{A20A758C-D2CC-6534-E48A-070B2D334F01}"/>
          </ac:spMkLst>
        </pc:spChg>
      </pc:sldChg>
      <pc:sldChg chg="add">
        <pc:chgData name="Nicholas Petrocelli" userId="b7f101eb-82ee-4ece-a92c-9b91fd6b8f35" providerId="ADAL" clId="{7EE8E3D7-62DC-4B60-8AD6-26992F329207}" dt="2026-03-24T14:10:10.868" v="1094"/>
        <pc:sldMkLst>
          <pc:docMk/>
          <pc:sldMk cId="327858715" sldId="362"/>
        </pc:sldMkLst>
      </pc:sldChg>
      <pc:sldChg chg="modSp add mod modNotesTx">
        <pc:chgData name="Nicholas Petrocelli" userId="b7f101eb-82ee-4ece-a92c-9b91fd6b8f35" providerId="ADAL" clId="{7EE8E3D7-62DC-4B60-8AD6-26992F329207}" dt="2026-03-31T14:41:57.254" v="4527" actId="20577"/>
        <pc:sldMkLst>
          <pc:docMk/>
          <pc:sldMk cId="658362576" sldId="363"/>
        </pc:sldMkLst>
        <pc:spChg chg="mod">
          <ac:chgData name="Nicholas Petrocelli" userId="b7f101eb-82ee-4ece-a92c-9b91fd6b8f35" providerId="ADAL" clId="{7EE8E3D7-62DC-4B60-8AD6-26992F329207}" dt="2026-03-24T14:15:43.655" v="1136" actId="20577"/>
          <ac:spMkLst>
            <pc:docMk/>
            <pc:sldMk cId="658362576" sldId="363"/>
            <ac:spMk id="4" creationId="{3A94E3AC-7F53-E3F5-1E5B-97F28837A108}"/>
          </ac:spMkLst>
        </pc:spChg>
        <pc:spChg chg="mod">
          <ac:chgData name="Nicholas Petrocelli" userId="b7f101eb-82ee-4ece-a92c-9b91fd6b8f35" providerId="ADAL" clId="{7EE8E3D7-62DC-4B60-8AD6-26992F329207}" dt="2026-03-31T14:41:57.254" v="4527" actId="20577"/>
          <ac:spMkLst>
            <pc:docMk/>
            <pc:sldMk cId="658362576" sldId="363"/>
            <ac:spMk id="5" creationId="{C202A41E-0445-6EA6-7B1C-F895DC356610}"/>
          </ac:spMkLst>
        </pc:spChg>
      </pc:sldChg>
      <pc:sldChg chg="addSp delSp modSp add mod modNotesTx">
        <pc:chgData name="Nicholas Petrocelli" userId="b7f101eb-82ee-4ece-a92c-9b91fd6b8f35" providerId="ADAL" clId="{7EE8E3D7-62DC-4B60-8AD6-26992F329207}" dt="2026-03-31T14:46:43.143" v="4747" actId="20577"/>
        <pc:sldMkLst>
          <pc:docMk/>
          <pc:sldMk cId="1543083456" sldId="364"/>
        </pc:sldMkLst>
        <pc:spChg chg="mod">
          <ac:chgData name="Nicholas Petrocelli" userId="b7f101eb-82ee-4ece-a92c-9b91fd6b8f35" providerId="ADAL" clId="{7EE8E3D7-62DC-4B60-8AD6-26992F329207}" dt="2026-03-24T14:26:44.001" v="2015" actId="20577"/>
          <ac:spMkLst>
            <pc:docMk/>
            <pc:sldMk cId="1543083456" sldId="364"/>
            <ac:spMk id="4" creationId="{850667E6-9A17-F82A-594A-582035CDC5AE}"/>
          </ac:spMkLst>
        </pc:spChg>
        <pc:spChg chg="mod">
          <ac:chgData name="Nicholas Petrocelli" userId="b7f101eb-82ee-4ece-a92c-9b91fd6b8f35" providerId="ADAL" clId="{7EE8E3D7-62DC-4B60-8AD6-26992F329207}" dt="2026-03-31T14:44:03.274" v="4553" actId="20577"/>
          <ac:spMkLst>
            <pc:docMk/>
            <pc:sldMk cId="1543083456" sldId="364"/>
            <ac:spMk id="5" creationId="{7123D1C1-9FC6-66A7-D1F4-2CF1D4EFF9BB}"/>
          </ac:spMkLst>
        </pc:spChg>
        <pc:spChg chg="add del">
          <ac:chgData name="Nicholas Petrocelli" userId="b7f101eb-82ee-4ece-a92c-9b91fd6b8f35" providerId="ADAL" clId="{7EE8E3D7-62DC-4B60-8AD6-26992F329207}" dt="2026-03-30T21:12:13.610" v="4279" actId="22"/>
          <ac:spMkLst>
            <pc:docMk/>
            <pc:sldMk cId="1543083456" sldId="364"/>
            <ac:spMk id="7" creationId="{282D04FC-85B5-D852-75FB-39E27952C417}"/>
          </ac:spMkLst>
        </pc:spChg>
      </pc:sldChg>
      <pc:sldChg chg="modSp add mod ord modNotesTx">
        <pc:chgData name="Nicholas Petrocelli" userId="b7f101eb-82ee-4ece-a92c-9b91fd6b8f35" providerId="ADAL" clId="{7EE8E3D7-62DC-4B60-8AD6-26992F329207}" dt="2026-03-31T14:48:26.473" v="4791"/>
        <pc:sldMkLst>
          <pc:docMk/>
          <pc:sldMk cId="1872562586" sldId="365"/>
        </pc:sldMkLst>
        <pc:spChg chg="mod">
          <ac:chgData name="Nicholas Petrocelli" userId="b7f101eb-82ee-4ece-a92c-9b91fd6b8f35" providerId="ADAL" clId="{7EE8E3D7-62DC-4B60-8AD6-26992F329207}" dt="2026-03-24T14:38:58.314" v="2451" actId="20577"/>
          <ac:spMkLst>
            <pc:docMk/>
            <pc:sldMk cId="1872562586" sldId="365"/>
            <ac:spMk id="4" creationId="{CDB4C407-ED2F-BDF2-5522-00FE254D0338}"/>
          </ac:spMkLst>
        </pc:spChg>
        <pc:spChg chg="mod">
          <ac:chgData name="Nicholas Petrocelli" userId="b7f101eb-82ee-4ece-a92c-9b91fd6b8f35" providerId="ADAL" clId="{7EE8E3D7-62DC-4B60-8AD6-26992F329207}" dt="2026-03-24T14:39:11.950" v="2508" actId="20577"/>
          <ac:spMkLst>
            <pc:docMk/>
            <pc:sldMk cId="1872562586" sldId="365"/>
            <ac:spMk id="5" creationId="{FB07E194-A727-B30C-DA04-9BAD3875AB36}"/>
          </ac:spMkLst>
        </pc:spChg>
      </pc:sldChg>
      <pc:sldChg chg="modSp add mod">
        <pc:chgData name="Nicholas Petrocelli" userId="b7f101eb-82ee-4ece-a92c-9b91fd6b8f35" providerId="ADAL" clId="{7EE8E3D7-62DC-4B60-8AD6-26992F329207}" dt="2026-03-24T14:42:46.492" v="2861" actId="20577"/>
        <pc:sldMkLst>
          <pc:docMk/>
          <pc:sldMk cId="1481168500" sldId="366"/>
        </pc:sldMkLst>
        <pc:spChg chg="mod">
          <ac:chgData name="Nicholas Petrocelli" userId="b7f101eb-82ee-4ece-a92c-9b91fd6b8f35" providerId="ADAL" clId="{7EE8E3D7-62DC-4B60-8AD6-26992F329207}" dt="2026-03-24T14:40:03.972" v="2563" actId="20577"/>
          <ac:spMkLst>
            <pc:docMk/>
            <pc:sldMk cId="1481168500" sldId="366"/>
            <ac:spMk id="4" creationId="{68F78362-A6B4-F462-05E3-AC89397C99A2}"/>
          </ac:spMkLst>
        </pc:spChg>
        <pc:spChg chg="mod">
          <ac:chgData name="Nicholas Petrocelli" userId="b7f101eb-82ee-4ece-a92c-9b91fd6b8f35" providerId="ADAL" clId="{7EE8E3D7-62DC-4B60-8AD6-26992F329207}" dt="2026-03-24T14:42:46.492" v="2861" actId="20577"/>
          <ac:spMkLst>
            <pc:docMk/>
            <pc:sldMk cId="1481168500" sldId="366"/>
            <ac:spMk id="5" creationId="{E9C381AE-4551-3FD1-2EBE-4436E3EBD4CC}"/>
          </ac:spMkLst>
        </pc:spChg>
      </pc:sldChg>
      <pc:sldChg chg="add">
        <pc:chgData name="Nicholas Petrocelli" userId="b7f101eb-82ee-4ece-a92c-9b91fd6b8f35" providerId="ADAL" clId="{7EE8E3D7-62DC-4B60-8AD6-26992F329207}" dt="2026-03-30T21:12:24.152" v="4280" actId="2890"/>
        <pc:sldMkLst>
          <pc:docMk/>
          <pc:sldMk cId="2138534541" sldId="367"/>
        </pc:sldMkLst>
      </pc:sldChg>
      <pc:sldChg chg="addSp delSp modSp add mod modNotesTx">
        <pc:chgData name="Nicholas Petrocelli" userId="b7f101eb-82ee-4ece-a92c-9b91fd6b8f35" providerId="ADAL" clId="{7EE8E3D7-62DC-4B60-8AD6-26992F329207}" dt="2026-03-31T14:47:55.903" v="4789" actId="20577"/>
        <pc:sldMkLst>
          <pc:docMk/>
          <pc:sldMk cId="3196824951" sldId="368"/>
        </pc:sldMkLst>
        <pc:spChg chg="add mod">
          <ac:chgData name="Nicholas Petrocelli" userId="b7f101eb-82ee-4ece-a92c-9b91fd6b8f35" providerId="ADAL" clId="{7EE8E3D7-62DC-4B60-8AD6-26992F329207}" dt="2026-03-30T21:21:30.090" v="4393"/>
          <ac:spMkLst>
            <pc:docMk/>
            <pc:sldMk cId="3196824951" sldId="368"/>
            <ac:spMk id="5" creationId="{55395F2A-5E69-BDFD-2643-DC157A5BB10B}"/>
          </ac:spMkLst>
        </pc:spChg>
        <pc:spChg chg="add mod">
          <ac:chgData name="Nicholas Petrocelli" userId="b7f101eb-82ee-4ece-a92c-9b91fd6b8f35" providerId="ADAL" clId="{7EE8E3D7-62DC-4B60-8AD6-26992F329207}" dt="2026-03-30T21:21:51.540" v="4455" actId="20577"/>
          <ac:spMkLst>
            <pc:docMk/>
            <pc:sldMk cId="3196824951" sldId="368"/>
            <ac:spMk id="6" creationId="{F15E0015-5125-0747-1F4A-B35656C87994}"/>
          </ac:spMkLst>
        </pc:spChg>
        <pc:picChg chg="add mod">
          <ac:chgData name="Nicholas Petrocelli" userId="b7f101eb-82ee-4ece-a92c-9b91fd6b8f35" providerId="ADAL" clId="{7EE8E3D7-62DC-4B60-8AD6-26992F329207}" dt="2026-03-30T21:20:34.643" v="4361" actId="1076"/>
          <ac:picMkLst>
            <pc:docMk/>
            <pc:sldMk cId="3196824951" sldId="368"/>
            <ac:picMk id="4" creationId="{DD48ACBC-DBCC-2D66-662C-67ABE668FAF4}"/>
          </ac:picMkLst>
        </pc:picChg>
        <pc:picChg chg="del">
          <ac:chgData name="Nicholas Petrocelli" userId="b7f101eb-82ee-4ece-a92c-9b91fd6b8f35" providerId="ADAL" clId="{7EE8E3D7-62DC-4B60-8AD6-26992F329207}" dt="2026-03-30T21:20:14.019" v="4355" actId="478"/>
          <ac:picMkLst>
            <pc:docMk/>
            <pc:sldMk cId="3196824951" sldId="368"/>
            <ac:picMk id="8" creationId="{18764737-ADEE-B482-C45D-3272A4832AF3}"/>
          </ac:picMkLst>
        </pc:picChg>
        <pc:picChg chg="del">
          <ac:chgData name="Nicholas Petrocelli" userId="b7f101eb-82ee-4ece-a92c-9b91fd6b8f35" providerId="ADAL" clId="{7EE8E3D7-62DC-4B60-8AD6-26992F329207}" dt="2026-03-30T21:20:13.585" v="4354" actId="478"/>
          <ac:picMkLst>
            <pc:docMk/>
            <pc:sldMk cId="3196824951" sldId="368"/>
            <ac:picMk id="10" creationId="{E54DEA15-AD8E-2882-2E34-A6ED8003F6DA}"/>
          </ac:picMkLst>
        </pc:picChg>
      </pc:sldChg>
      <pc:sldChg chg="add del">
        <pc:chgData name="Nicholas Petrocelli" userId="b7f101eb-82ee-4ece-a92c-9b91fd6b8f35" providerId="ADAL" clId="{7EE8E3D7-62DC-4B60-8AD6-26992F329207}" dt="2026-03-30T21:21:25.719" v="4392"/>
        <pc:sldMkLst>
          <pc:docMk/>
          <pc:sldMk cId="697260404" sldId="369"/>
        </pc:sldMkLst>
      </pc:sldChg>
      <pc:sldChg chg="add">
        <pc:chgData name="Nicholas Petrocelli" userId="b7f101eb-82ee-4ece-a92c-9b91fd6b8f35" providerId="ADAL" clId="{7EE8E3D7-62DC-4B60-8AD6-26992F329207}" dt="2026-03-31T14:34:26.518" v="4456"/>
        <pc:sldMkLst>
          <pc:docMk/>
          <pc:sldMk cId="2443569021" sldId="369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1BB591-39E6-0954-8EF9-581F8FF1D2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50862" y="557530"/>
            <a:ext cx="5405437" cy="3441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en-US">
              <a:latin typeface="Gotham Book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0D8ED-AA8D-7AE3-DB3B-61F95FFD4C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50863" y="8358188"/>
            <a:ext cx="5230812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en-US">
              <a:latin typeface="Gotham Book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02122-5AEC-C96D-5281-C64DAEAF89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4063" y="8358188"/>
            <a:ext cx="476250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06D3F74B-83E5-4D53-ADBD-DB4E587BA0A8}" type="slidenum">
              <a:rPr lang="en-US" smtClean="0">
                <a:latin typeface="Gotham Book"/>
              </a:rPr>
              <a:t>‹#›</a:t>
            </a:fld>
            <a:endParaRPr lang="en-US">
              <a:latin typeface="Gotham Book"/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51B58981-2159-1AA1-695E-8F8B9C344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46800" y="508571"/>
            <a:ext cx="165100" cy="442087"/>
            <a:chOff x="4249" y="1683"/>
            <a:chExt cx="695" cy="1861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E0A70A1-BEE8-1F7B-C7FC-1C7514692C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130AAC8-DE99-DA56-70EF-5233EC260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361897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3976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6100" y="1064419"/>
            <a:ext cx="5765800" cy="3243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 flipH="1">
            <a:off x="5835650" y="8355013"/>
            <a:ext cx="476250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latin typeface="Gotham Book"/>
              </a:defRPr>
            </a:lvl1pPr>
          </a:lstStyle>
          <a:p>
            <a:fld id="{D29A23D1-645A-47C4-AAAF-6F2DE82A7D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 flipH="1">
            <a:off x="550863" y="8355013"/>
            <a:ext cx="5230812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latin typeface="Gotham Book"/>
              </a:defRPr>
            </a:lvl1pPr>
          </a:lstStyle>
          <a:p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 flipH="1">
            <a:off x="550863" y="549275"/>
            <a:ext cx="5405437" cy="3441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latin typeface="Gotham Book"/>
              </a:defRPr>
            </a:lvl1pPr>
          </a:lstStyle>
          <a:p>
            <a:endParaRPr lang="en-US"/>
          </a:p>
        </p:txBody>
      </p:sp>
      <p:sp>
        <p:nvSpPr>
          <p:cNvPr id="16" name="Notes Placeholder 15">
            <a:extLst>
              <a:ext uri="{FF2B5EF4-FFF2-40B4-BE49-F238E27FC236}">
                <a16:creationId xmlns:a16="http://schemas.microsoft.com/office/drawing/2014/main" id="{FE8748D9-D35C-7779-094C-8EF63AAA21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6100" y="4400550"/>
            <a:ext cx="5765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51B58981-2159-1AA1-695E-8F8B9C344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46800" y="508571"/>
            <a:ext cx="165100" cy="442087"/>
            <a:chOff x="4249" y="1683"/>
            <a:chExt cx="695" cy="1861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FE0A70A1-BEE8-1F7B-C7FC-1C7514692C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B130AAC8-DE99-DA56-70EF-5233EC260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58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Gotham Book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Gotham Book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Gotham Book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Gotham Book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Gotham Book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976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EDAB84-7CD5-33C6-2CD8-F5E79A4E63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1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C2119-78F4-9184-FB31-A0593C55D7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100" y="1524001"/>
            <a:ext cx="7023100" cy="2317750"/>
          </a:xfrm>
        </p:spPr>
        <p:txBody>
          <a:bodyPr vert="horz" lIns="0" tIns="0" rIns="72000" bIns="0" rtlCol="0" anchor="b" anchorCtr="0">
            <a:normAutofit/>
          </a:bodyPr>
          <a:lstStyle>
            <a:lvl1pPr>
              <a:defRPr lang="en-US" sz="44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lvl="0">
              <a:spcAft>
                <a:spcPts val="0"/>
              </a:spcAft>
              <a:buClrTx/>
              <a:buSzTx/>
              <a:buFontTx/>
            </a:pPr>
            <a:r>
              <a:rPr lang="en-US"/>
              <a:t>Click to Add Title, Use Font Size 44, Title Case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E8C6115-E794-4726-A3EE-ED83C2ACA1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6100" y="3967163"/>
            <a:ext cx="7023100" cy="122446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8EAADFB-8AFD-ED1B-5C80-B8AACDB6C1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977" y="459740"/>
            <a:ext cx="2219325" cy="59182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D432749-49AB-9C13-2F55-5F493992C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636180" y="2608096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47A993D-77DC-C92E-3FCF-969998697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243843" y="2846440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35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2584888-A83D-96D7-BBE7-1879FE364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851507" y="3084784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alpha val="56000"/>
                </a:srgbClr>
              </a:gs>
              <a:gs pos="100000">
                <a:srgbClr val="00B2A9">
                  <a:alpha val="3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alpha val="27000"/>
                  </a:srgbClr>
                </a:gs>
                <a:gs pos="100000">
                  <a:srgbClr val="00B2A9">
                    <a:lumMod val="50000"/>
                    <a:alpha val="29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40E35AF-37D8-ED7F-48C8-855E6EBD9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459170" y="3323128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3">
                    <a:alpha val="24000"/>
                  </a:scheme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27DE93E-0C04-D6AD-BDDD-135166323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066834" y="3551947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098">
                  <a:schemeClr val="tx2">
                    <a:alpha val="36000"/>
                  </a:schemeClr>
                </a:gs>
                <a:gs pos="26000">
                  <a:schemeClr val="accent2">
                    <a:alpha val="96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77EB9C6-AF09-FD81-8FC1-D6EFDEAAD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674497" y="3799816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31000"/>
                </a:srgbClr>
              </a:gs>
              <a:gs pos="0">
                <a:srgbClr val="92C0E9">
                  <a:alpha val="77000"/>
                </a:srgbClr>
              </a:gs>
              <a:gs pos="64198">
                <a:srgbClr val="C5B4E2">
                  <a:alpha val="61000"/>
                </a:srgbClr>
              </a:gs>
              <a:gs pos="33000">
                <a:srgbClr val="92C0E9">
                  <a:alpha val="7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  <a:alpha val="27000"/>
                  </a:srgbClr>
                </a:gs>
                <a:gs pos="100000">
                  <a:srgbClr val="2F2A95">
                    <a:alpha val="2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658E627-937F-3F95-9BBB-2B6CCE073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282161" y="4038160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3">
                    <a:alpha val="23000"/>
                  </a:schemeClr>
                </a:gs>
                <a:gs pos="100000">
                  <a:srgbClr val="2F2A95">
                    <a:alpha val="11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805227E-1BD9-ED14-BD3B-98CB4272C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889824" y="4276504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>
            <a:gsLst>
              <a:gs pos="49500">
                <a:srgbClr val="92C0E9">
                  <a:lumMod val="95000"/>
                  <a:alpha val="53000"/>
                </a:srgbClr>
              </a:gs>
              <a:gs pos="0">
                <a:srgbClr val="00B2A9">
                  <a:alpha val="25000"/>
                </a:srgbClr>
              </a:gs>
              <a:gs pos="100000">
                <a:srgbClr val="C5B4E2">
                  <a:alpha val="7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>
                    <a:alpha val="63000"/>
                  </a:srgbClr>
                </a:gs>
                <a:gs pos="100000">
                  <a:srgbClr val="C5B4E2">
                    <a:alpha val="44000"/>
                  </a:srgbClr>
                </a:gs>
                <a:gs pos="0">
                  <a:srgbClr val="006990">
                    <a:alpha val="1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D61E46A-C93D-DE76-B052-2FE584D6F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497488" y="4514848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098">
                  <a:schemeClr val="tx2">
                    <a:alpha val="36000"/>
                  </a:schemeClr>
                </a:gs>
                <a:gs pos="26000">
                  <a:schemeClr val="accent2">
                    <a:alpha val="96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74F712E-83EE-46A5-0891-041C28DF1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1224" y="4753193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B7E441C-51F1-7E00-07D5-4AC6B569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714910" y="4987549"/>
            <a:ext cx="782578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62000"/>
                </a:srgbClr>
              </a:gs>
              <a:gs pos="0">
                <a:srgbClr val="92C0E9">
                  <a:alpha val="40000"/>
                </a:srgbClr>
              </a:gs>
              <a:gs pos="61000">
                <a:srgbClr val="2F2A95">
                  <a:alpha val="42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alpha val="27000"/>
                  </a:srgbClr>
                </a:gs>
                <a:gs pos="100000">
                  <a:srgbClr val="C5B4E2">
                    <a:lumMod val="50000"/>
                    <a:alpha val="65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EE2E1F7-5171-B1DF-459C-B0BCE535D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338646" y="5225894"/>
            <a:ext cx="782578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40F6526-35CD-A5E9-72DC-F3E3AEA3A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932332" y="5464237"/>
            <a:ext cx="782578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865AB97-9EA3-83A9-935D-341808728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70045" y="5698595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64000">
                <a:srgbClr val="92C0E9">
                  <a:lumMod val="75000"/>
                  <a:alpha val="56000"/>
                </a:srgbClr>
              </a:gs>
              <a:gs pos="0">
                <a:srgbClr val="92C0E9">
                  <a:alpha val="1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2000"/>
                  </a:srgbClr>
                </a:gs>
                <a:gs pos="100000">
                  <a:srgbClr val="92C0E9">
                    <a:lumMod val="50000"/>
                    <a:alpha val="2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7213E18-1E8E-A7D7-F5B1-E9FD1E3CE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149754" y="5932951"/>
            <a:ext cx="782578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56595100-5D1E-6911-4DA6-CF07BE9C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8052" y="297668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64714D12-C61B-B3FB-E14B-E42AA862A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36184" y="431980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  <a:alpha val="13000"/>
                </a:srgbClr>
              </a:gs>
              <a:gs pos="100000">
                <a:srgbClr val="2F2A95">
                  <a:alpha val="35000"/>
                </a:srgbClr>
              </a:gs>
              <a:gs pos="72000">
                <a:srgbClr val="00B2A9">
                  <a:alpha val="31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alpha val="7000"/>
                  </a:srgbClr>
                </a:gs>
                <a:gs pos="100000">
                  <a:srgbClr val="2F2A95">
                    <a:alpha val="8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EC375A1-BC13-0249-7E06-3EA920846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2555" y="583989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alpha val="34000"/>
                </a:srgbClr>
              </a:gs>
              <a:gs pos="99000">
                <a:srgbClr val="00B2A9">
                  <a:alpha val="23000"/>
                  <a:lumMod val="99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lumMod val="99000"/>
                    <a:alpha val="20000"/>
                  </a:srgbClr>
                </a:gs>
                <a:gs pos="100000">
                  <a:srgbClr val="00B2A9">
                    <a:lumMod val="50000"/>
                    <a:alpha val="16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6828F9B8-13EA-E4B2-D960-EDA8AAA61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30687" y="735998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37000"/>
                </a:srgbClr>
              </a:gs>
              <a:gs pos="0">
                <a:srgbClr val="92C0E9">
                  <a:alpha val="14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0"/>
                  </a:srgbClr>
                </a:gs>
                <a:gs pos="100000">
                  <a:srgbClr val="92C0E9">
                    <a:lumMod val="50000"/>
                    <a:alpha val="3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C0A8A4F-DE49-627C-11D0-05B9FF27B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77058" y="888007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A930432-3D92-263D-6B77-16502C12F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25190" y="1040016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D97A97D-244B-DD2A-8D9B-66A4BF356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71561" y="1192025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">
                  <a:schemeClr val="accent2">
                    <a:alpha val="84000"/>
                    <a:lumMod val="98000"/>
                  </a:schemeClr>
                </a:gs>
                <a:gs pos="0">
                  <a:schemeClr val="tx2">
                    <a:alpha val="30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FCC9441E-4477-4E9A-D1FA-9FFB082CB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9693" y="1344034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35000"/>
                </a:srgbClr>
              </a:gs>
              <a:gs pos="100000">
                <a:srgbClr val="2F2A95">
                  <a:alpha val="31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>
                    <a:alpha val="20000"/>
                  </a:srgbClr>
                </a:gs>
                <a:gs pos="99000">
                  <a:srgbClr val="2F2A95">
                    <a:alpha val="18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044F45C-225C-CAEA-5680-945EF3685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66064" y="1496043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E44F283C-E07E-2435-0C49-2DB2F38DC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4196" y="1648052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EAC1BC38-CFA9-527C-8C31-1885BFA78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60567" y="1800061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99083">
                <a:srgbClr val="006990">
                  <a:alpha val="25000"/>
                </a:srgbClr>
              </a:gs>
              <a:gs pos="41000">
                <a:srgbClr val="92C0E9">
                  <a:alpha val="42000"/>
                </a:srgbClr>
              </a:gs>
              <a:gs pos="59000">
                <a:srgbClr val="92C0E9">
                  <a:alpha val="63000"/>
                </a:srgbClr>
              </a:gs>
              <a:gs pos="0">
                <a:srgbClr val="C5B4E2">
                  <a:lumMod val="75000"/>
                  <a:alpha val="2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>
                    <a:alpha val="36000"/>
                  </a:srgbClr>
                </a:gs>
                <a:gs pos="100000">
                  <a:srgbClr val="92C0E9">
                    <a:alpha val="29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rtl="0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65CBE98D-B615-065A-B2B2-E4D4CDD5F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598128" y="1952070"/>
            <a:ext cx="516068" cy="18813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">
                  <a:schemeClr val="accent2">
                    <a:alpha val="84000"/>
                    <a:lumMod val="98000"/>
                  </a:schemeClr>
                </a:gs>
                <a:gs pos="0">
                  <a:schemeClr val="tx2">
                    <a:alpha val="41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F2DA4C3-FEE7-7C4B-A2DD-736153845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55070" y="2109323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32000"/>
                </a:srgbClr>
              </a:gs>
              <a:gs pos="0">
                <a:srgbClr val="92C0E9">
                  <a:alpha val="3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lumMod val="98000"/>
                    <a:alpha val="27000"/>
                  </a:srgbClr>
                </a:gs>
                <a:gs pos="100000">
                  <a:srgbClr val="2F2A95">
                    <a:alpha val="24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rtl="0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59B42061-0EB3-7FEA-7059-1562D269C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1445" y="6167312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9000"/>
                </a:srgbClr>
              </a:gs>
              <a:gs pos="0">
                <a:srgbClr val="92C0E9">
                  <a:alpha val="1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"/>
                  </a:srgbClr>
                </a:gs>
                <a:gs pos="100000">
                  <a:srgbClr val="92C0E9">
                    <a:lumMod val="50000"/>
                    <a:alpha val="27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F4E5AD4-D55B-4C43-211A-C77B0558D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631" y="2261331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3000">
                  <a:schemeClr val="accent2">
                    <a:alpha val="84000"/>
                    <a:lumMod val="98000"/>
                  </a:schemeClr>
                </a:gs>
                <a:gs pos="0">
                  <a:schemeClr val="tx2">
                    <a:alpha val="41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EFE08-00A6-55F9-5732-FD5336FE36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A3245-AD40-EEBE-F50E-1413AF197F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11603-80E8-510B-6678-4A3F6BEE5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857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0.03889 L -2.5E-6 -3.7037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-0.03472 L -2.5E-6 -2.59259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6.435947E-02 -6.976991E-02 E" pathEditMode="relative" ptsTypes="">
                                      <p:cBhvr>
                                        <p:cTn id="114" dur="1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9.653924E-02 -0.1045241 E" pathEditMode="relative" ptsTypes="">
                                      <p:cBhvr>
                                        <p:cTn id="116" dur="15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8719 -0.1392782 E" pathEditMode="relative" ptsTypes="">
                                      <p:cBhvr>
                                        <p:cTn id="118" dur="15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08988 -0.1740324 E" pathEditMode="relative" ptsTypes="">
                                      <p:cBhvr>
                                        <p:cTn id="120" dur="1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52584 -0.2435407 E" pathEditMode="relative" ptsTypes="">
                                      <p:cBhvr>
                                        <p:cTn id="122" dur="15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74382 -0.2782948 E" pathEditMode="relative" ptsTypes="">
                                      <p:cBhvr>
                                        <p:cTn id="124" dur="15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9618 -0.313049 E" pathEditMode="relative" ptsTypes="">
                                      <p:cBhvr>
                                        <p:cTn id="126" dur="15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217978 -0.3478031 E" pathEditMode="relative" ptsTypes="">
                                      <p:cBhvr>
                                        <p:cTn id="128" dur="15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33185 -0.381976 E" pathEditMode="relative" ptsTypes="">
                                      <p:cBhvr>
                                        <p:cTn id="130" dur="150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0.3849 -0.4162 " pathEditMode="relative" rAng="0" ptsTypes="AA">
                                      <p:cBhvr>
                                        <p:cTn id="132" dur="1500" spd="-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45" y="-2081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11111E-6 L 0.44922 -0.48565 " pathEditMode="relative" rAng="0" ptsTypes="AA">
                                      <p:cBhvr>
                                        <p:cTn id="134" dur="1500" spd="-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61" y="-24282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85185E-6 L 0.48073 -0.51991 " pathEditMode="relative" rAng="0" ptsTypes="AA">
                                      <p:cBhvr>
                                        <p:cTn id="136" dur="1500" spd="-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36" y="-25995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81481E-6 L 0.54375 -0.5882 " pathEditMode="relative" rAng="0" ptsTypes="AA">
                                      <p:cBhvr>
                                        <p:cTn id="138" dur="15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187" y="-29421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5185E-6 L 0.1931 -0.2088 " pathEditMode="relative" rAng="0" ptsTypes="AA">
                                      <p:cBhvr>
                                        <p:cTn id="140" dur="15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48" y="-10440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33333E-6 L 0.41706 -0.45093 " pathEditMode="relative" rAng="0" ptsTypes="AA">
                                      <p:cBhvr>
                                        <p:cTn id="142" dur="1500" spd="-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46" y="-22546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L 0.51224 -0.55394 " pathEditMode="relative" rAng="0" ptsTypes="AA">
                                      <p:cBhvr>
                                        <p:cTn id="144" dur="1500" spd="-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12" y="-27708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59259E-6 L 0.08034 -0.07824 " pathEditMode="relative" rAng="0" ptsTypes="AA">
                                      <p:cBhvr>
                                        <p:cTn id="146" dur="1500" spd="-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-3912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48148E-6 L 0.10066 -0.09792 " pathEditMode="relative" rAng="0" ptsTypes="AA">
                                      <p:cBhvr>
                                        <p:cTn id="148" dur="1500" spd="-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26" y="-4907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7.40741E-7 L 0.12136 -0.12014 " pathEditMode="relative" rAng="0" ptsTypes="AA">
                                      <p:cBhvr>
                                        <p:cTn id="150" dur="1500" spd="-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68" y="-6019"/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1.48148E-6 L 0.14193 -0.14236 " pathEditMode="relative" rAng="0" ptsTypes="AA">
                                      <p:cBhvr>
                                        <p:cTn id="152" dur="1500" spd="-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96" y="-713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85185E-6 L 0.2039 -0.2088 " pathEditMode="relative" rAng="0" ptsTypes="AA">
                                      <p:cBhvr>
                                        <p:cTn id="154" dur="1500" spd="-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95" y="-1044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07407E-6 L 0.18334 -0.18658 " pathEditMode="relative" rAng="0" ptsTypes="AA">
                                      <p:cBhvr>
                                        <p:cTn id="156" dur="1500" spd="-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-9329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6 L 0.16264 -0.16435 " pathEditMode="relative" rAng="0" ptsTypes="AA">
                                      <p:cBhvr>
                                        <p:cTn id="158" dur="1500" spd="-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-8218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11111E-6 L 0.22461 -0.23102 " pathEditMode="relative" rAng="0" ptsTypes="AA">
                                      <p:cBhvr>
                                        <p:cTn id="160" dur="1500" spd="-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24" y="-11551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11111E-6 L 0.24531 -0.25301 " pathEditMode="relative" rAng="0" ptsTypes="AA">
                                      <p:cBhvr>
                                        <p:cTn id="162" dur="1500" spd="-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66" y="-12662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33333E-6 L 0.26588 -0.27523 " pathEditMode="relative" rAng="0" ptsTypes="AA">
                                      <p:cBhvr>
                                        <p:cTn id="164" dur="15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94" y="-13773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0.28658 -0.29746 " pathEditMode="relative" rAng="0" ptsTypes="AA">
                                      <p:cBhvr>
                                        <p:cTn id="166" dur="1500" spd="-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3" y="-14884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30768 -0.31991 " pathEditMode="relative" rAng="0" ptsTypes="AA">
                                      <p:cBhvr>
                                        <p:cTn id="168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78" y="-15995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44444E-6 L 0.32878 -0.34259 " pathEditMode="relative" rAng="0" ptsTypes="AA">
                                      <p:cBhvr>
                                        <p:cTn id="170" dur="1500" spd="-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32" y="-1713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81481E-6 L 0.34947 -0.36459 " pathEditMode="relative" rAng="0" ptsTypes="AA">
                                      <p:cBhvr>
                                        <p:cTn id="172" dur="150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74" y="-18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2" grpId="1"/>
      <p:bldP spid="8" grpId="0">
        <p:tmplLst>
          <p:tmpl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800"/>
                  </p:stCondLst>
                  <p:childTnLst>
                    <p:animMotion origin="layout" path="M -2.5E-6 -0.03472 L -2.5E-6 -2.59259E-6 " pathEditMode="relative" rAng="0" ptsTypes="AA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12" grpId="0" animBg="1"/>
      <p:bldP spid="12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F90E-C437-B160-DB42-AA6E08BC3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700BE-F723-E229-99A1-0212A69DEA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6100" y="1649413"/>
            <a:ext cx="110998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DE7DC-B27D-C64A-6BC6-E9CFD576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7B8C1-DF1F-1201-36FB-343DCD5B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FB9C0-2A34-AC36-769C-6DE99F35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DF02C81-A083-F218-CF77-BE161A7F8E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1143000"/>
            <a:ext cx="11099800" cy="381000"/>
          </a:xfrm>
        </p:spPr>
        <p:txBody>
          <a:bodyPr vert="horz" lIns="0" tIns="54000" rIns="0" bIns="0" rtlCol="0" anchor="t" anchorCtr="0">
            <a:normAutofit/>
          </a:bodyPr>
          <a:lstStyle>
            <a:lvl1pPr marL="0" indent="0">
              <a:buNone/>
              <a:defRPr lang="en-US" sz="1800" dirty="0" smtClean="0">
                <a:latin typeface="Gotham Book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add subtitle, use font size 18, sentence case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FCCF9C-82BF-1A94-97B0-C29C75275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46800" cy="6858001"/>
          </a:xfrm>
          <a:prstGeom prst="rect">
            <a:avLst/>
          </a:prstGeom>
          <a:gradFill flip="none" rotWithShape="1">
            <a:gsLst>
              <a:gs pos="100000">
                <a:srgbClr val="2F2A95"/>
              </a:gs>
              <a:gs pos="0">
                <a:srgbClr val="00B2A9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A95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9C48FC81-BD1A-E7A9-ADDC-30F81F6EF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9DF34A2E-B7C5-B6F6-58AA-7500F28EBF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FAF0446C-7498-8B5D-2C7E-3CF348395C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123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09CA-97B8-B0F8-3198-F6ABE6B57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3101" y="1524001"/>
            <a:ext cx="8305800" cy="2317750"/>
          </a:xfrm>
        </p:spPr>
        <p:txBody>
          <a:bodyPr bIns="144000"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Section Header, Use Font Size 44,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A54E0-8ABB-2A35-1DFF-800EF36C47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43101" y="3967163"/>
            <a:ext cx="8305800" cy="1222375"/>
          </a:xfrm>
        </p:spPr>
        <p:txBody>
          <a:bodyPr lIns="0" tIns="144000" rIns="0" bIns="0" anchor="t">
            <a:normAutofit/>
          </a:bodyPr>
          <a:lstStyle>
            <a:lvl1pPr marL="0" indent="0" algn="ctr">
              <a:buFont typeface="Verdana" panose="020B0604020202020204" pitchFamily="34" charset="0"/>
              <a:buNone/>
              <a:defRPr sz="1800">
                <a:solidFill>
                  <a:schemeClr val="tx1"/>
                </a:solidFill>
                <a:latin typeface="Gotham Book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43EA-06F3-E7C8-3619-A6B5E52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DBAE56D5-CD63-5D4E-B9FF-EAE8B58B7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5069" y="-220210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AC7A8BB-C756-3659-0DED-9270B362D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6725" y="-1951600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FAC4647B-235D-5BF6-95EB-20961F66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8380" y="-1701098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AA74202D-78F9-8EDD-1816-7A87015B3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0035" y="-145059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819B3FE4-A0D7-39B8-6C46-FD8F8CA8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690" y="-120009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B0E4605A-60DD-0717-8340-903B3B051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6654" y="-94959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7" name="Graphic 10">
            <a:extLst>
              <a:ext uri="{FF2B5EF4-FFF2-40B4-BE49-F238E27FC236}">
                <a16:creationId xmlns:a16="http://schemas.microsoft.com/office/drawing/2014/main" id="{0F0174C8-989A-9DAA-C065-74AF69F84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3414" y="-24526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FAB7FE08-4371-D71D-431F-C2783877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1759" y="-270310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9" name="Graphic 10">
            <a:extLst>
              <a:ext uri="{FF2B5EF4-FFF2-40B4-BE49-F238E27FC236}">
                <a16:creationId xmlns:a16="http://schemas.microsoft.com/office/drawing/2014/main" id="{2C1734BA-229D-CE09-3CAF-96446789B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0104" y="-295360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FEF74314-4F88-482A-AF57-3CAD0BE44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4999" y="-69909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74" name="Graphic 10">
            <a:extLst>
              <a:ext uri="{FF2B5EF4-FFF2-40B4-BE49-F238E27FC236}">
                <a16:creationId xmlns:a16="http://schemas.microsoft.com/office/drawing/2014/main" id="{37B0440A-8F5A-0E6B-1EA1-2A10CF4B3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15629" y="541066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75" name="Graphic 10">
            <a:extLst>
              <a:ext uri="{FF2B5EF4-FFF2-40B4-BE49-F238E27FC236}">
                <a16:creationId xmlns:a16="http://schemas.microsoft.com/office/drawing/2014/main" id="{10500C62-0236-970B-FA42-C008D33A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17284" y="566117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76" name="Graphic 10">
            <a:extLst>
              <a:ext uri="{FF2B5EF4-FFF2-40B4-BE49-F238E27FC236}">
                <a16:creationId xmlns:a16="http://schemas.microsoft.com/office/drawing/2014/main" id="{1A71913C-7FB4-10CE-ABE3-2331F31E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8939" y="5911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77" name="Graphic 10">
            <a:extLst>
              <a:ext uri="{FF2B5EF4-FFF2-40B4-BE49-F238E27FC236}">
                <a16:creationId xmlns:a16="http://schemas.microsoft.com/office/drawing/2014/main" id="{01F13630-1564-93B0-DE5F-1C42AECB7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0594" y="616217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78" name="Graphic 10">
            <a:extLst>
              <a:ext uri="{FF2B5EF4-FFF2-40B4-BE49-F238E27FC236}">
                <a16:creationId xmlns:a16="http://schemas.microsoft.com/office/drawing/2014/main" id="{6B4DD9EE-616C-3ADC-61D2-8E07EDFBD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22250" y="641267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80" name="Graphic 10">
            <a:extLst>
              <a:ext uri="{FF2B5EF4-FFF2-40B4-BE49-F238E27FC236}">
                <a16:creationId xmlns:a16="http://schemas.microsoft.com/office/drawing/2014/main" id="{3C24CB1B-A3A0-9E79-AF74-F660D8A3E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23905" y="666317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81" name="Graphic 10">
            <a:extLst>
              <a:ext uri="{FF2B5EF4-FFF2-40B4-BE49-F238E27FC236}">
                <a16:creationId xmlns:a16="http://schemas.microsoft.com/office/drawing/2014/main" id="{A357B5C8-1A81-454A-50F3-BBBE2577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13973" y="51601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82" name="Graphic 10">
            <a:extLst>
              <a:ext uri="{FF2B5EF4-FFF2-40B4-BE49-F238E27FC236}">
                <a16:creationId xmlns:a16="http://schemas.microsoft.com/office/drawing/2014/main" id="{CE249406-3872-BD78-8EB6-FC4DC6A9D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12318" y="490966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83" name="Graphic 10">
            <a:extLst>
              <a:ext uri="{FF2B5EF4-FFF2-40B4-BE49-F238E27FC236}">
                <a16:creationId xmlns:a16="http://schemas.microsoft.com/office/drawing/2014/main" id="{6F4F5ABE-9562-2A6F-18A5-C932EB86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810663" y="465916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85" name="Graphic 10">
            <a:extLst>
              <a:ext uri="{FF2B5EF4-FFF2-40B4-BE49-F238E27FC236}">
                <a16:creationId xmlns:a16="http://schemas.microsoft.com/office/drawing/2014/main" id="{A73426FB-FD72-BC03-F20F-E76F1364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5560" y="6913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20" name="Graphic 10">
            <a:extLst>
              <a:ext uri="{FF2B5EF4-FFF2-40B4-BE49-F238E27FC236}">
                <a16:creationId xmlns:a16="http://schemas.microsoft.com/office/drawing/2014/main" id="{2C968F0D-B3F6-A00C-0887-C01C4B388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208965" y="43915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21" name="Graphic 10">
            <a:extLst>
              <a:ext uri="{FF2B5EF4-FFF2-40B4-BE49-F238E27FC236}">
                <a16:creationId xmlns:a16="http://schemas.microsoft.com/office/drawing/2014/main" id="{9B3E001F-87BE-4DA6-FD38-52A968A71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13301" y="-4363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</p:spTree>
    <p:extLst>
      <p:ext uri="{BB962C8B-B14F-4D97-AF65-F5344CB8AC3E}">
        <p14:creationId xmlns:p14="http://schemas.microsoft.com/office/powerpoint/2010/main" val="3521545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22222E-6 L -0.03268 0.0382 " pathEditMode="relative" rAng="0" ptsTypes="AA">
                                      <p:cBhvr>
                                        <p:cTn id="39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89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1.85185E-6 L -0.06536 0.07477 " pathEditMode="relative" rAng="0" ptsTypes="AA">
                                      <p:cBhvr>
                                        <p:cTn id="41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372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07407E-6 L -0.09804 0.11135 " pathEditMode="relative" rAng="0" ptsTypes="AA">
                                      <p:cBhvr>
                                        <p:cTn id="43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9" y="555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48148E-6 L -0.13072 0.14792 " pathEditMode="relative" rAng="0" ptsTypes="AA">
                                      <p:cBhvr>
                                        <p:cTn id="45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36" y="7384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59259E-6 L -0.16341 0.18449 " pathEditMode="relative" rAng="0" ptsTypes="AA">
                                      <p:cBhvr>
                                        <p:cTn id="47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77" y="9213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81481E-6 L -0.19609 0.22084 " pathEditMode="relative" rAng="0" ptsTypes="AA">
                                      <p:cBhvr>
                                        <p:cTn id="49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5" y="1104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7.40741E-7 L -0.22864 0.25741 " pathEditMode="relative" rAng="0" ptsTypes="AA">
                                      <p:cBhvr>
                                        <p:cTn id="51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32" y="1287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3.33333E-6 L -0.26132 0.29398 " pathEditMode="relative" rAng="0" ptsTypes="AA">
                                      <p:cBhvr>
                                        <p:cTn id="53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73" y="14699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59259E-6 L -0.29401 0.33056 " pathEditMode="relative" rAng="0" ptsTypes="AA">
                                      <p:cBhvr>
                                        <p:cTn id="55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528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48148E-6 L -0.32669 0.36713 " pathEditMode="relative" rAng="0" ptsTypes="AA">
                                      <p:cBhvr>
                                        <p:cTn id="57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5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3.267263E-02 3.652592E-02 E" pathEditMode="relative" ptsTypes="">
                                      <p:cBhvr>
                                        <p:cTn id="89" dur="150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6.534532E-02 7.305287E-02 E" pathEditMode="relative" ptsTypes="">
                                      <p:cBhvr>
                                        <p:cTn id="91" dur="1500" spd="-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9.801789E-02 0.1095798 E" pathEditMode="relative" ptsTypes="">
                                      <p:cBhvr>
                                        <p:cTn id="93" dur="150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306905 0.1461069 E" pathEditMode="relative" ptsTypes="">
                                      <p:cBhvr>
                                        <p:cTn id="95" dur="1500" spd="-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633632 0.1826338 E" pathEditMode="relative" ptsTypes="">
                                      <p:cBhvr>
                                        <p:cTn id="97" dur="1500" spd="-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960358 0.2191608 E" pathEditMode="relative" ptsTypes="">
                                      <p:cBhvr>
                                        <p:cTn id="99" dur="15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287084 0.2556879 E" pathEditMode="relative" ptsTypes="">
                                      <p:cBhvr>
                                        <p:cTn id="101" dur="150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613811 0.2922149 E" pathEditMode="relative" ptsTypes="">
                                      <p:cBhvr>
                                        <p:cTn id="103" dur="150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940537 0.3287418 E" pathEditMode="relative" ptsTypes="">
                                      <p:cBhvr>
                                        <p:cTn id="105" dur="150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64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3267228 0.3677704 E" pathEditMode="relative" ptsTypes="">
                                      <p:cBhvr>
                                        <p:cTn id="107" dur="1500" spd="-100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889 L 0 -3.7037E-6 " pathEditMode="relative" rAng="0" ptsTypes="AA">
                                      <p:cBhvr>
                                        <p:cTn id="1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0.03472 L 0 -2.59259E-6 " pathEditMode="relative" rAng="0" ptsTypes="AA">
                                      <p:cBhvr>
                                        <p:cTn id="1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0 -0.03472 L 0 -2.59259E-6 " pathEditMode="relative" rAng="0" ptsTypes="AA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66" grpId="0" animBg="1"/>
      <p:bldP spid="66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5" grpId="0" animBg="1"/>
      <p:bldP spid="120" grpId="0" animBg="1"/>
      <p:bldP spid="121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8432-F17A-0891-B39D-2FCAF031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0AC0-4C91-09D8-4EB7-2339802F7B2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9AA6C-79DD-00E8-6E3B-5771F9BB6E7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59500" y="1524000"/>
            <a:ext cx="5486400" cy="4762500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3D544-760D-F8F7-B34C-0EFE2025F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3E48D-B146-F645-8CC2-E41A6C6E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7C6A6-CBCB-F14D-6DDF-15206BB6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3D6CA7-BFB9-DFE4-68A7-13FA921C5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46800" cy="6858001"/>
          </a:xfrm>
          <a:prstGeom prst="rect">
            <a:avLst/>
          </a:prstGeom>
          <a:gradFill flip="none" rotWithShape="1">
            <a:gsLst>
              <a:gs pos="100000">
                <a:srgbClr val="2F2A95"/>
              </a:gs>
              <a:gs pos="0">
                <a:srgbClr val="00B2A9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A95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1BB9F3E0-BAD8-97D1-9F1B-45EF00151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ED0B691-0B31-265F-206B-8B203E7E7B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9CED6BDF-673D-4113-3C08-4BB6E8EC5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4508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ABF71-CF3E-230E-BA48-B91D64744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12DA8-A6BF-4AB8-86CF-BDB3A0A7C58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6100" y="1523999"/>
            <a:ext cx="5486400" cy="109537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B2F4B-E795-2C6E-B791-FA285AAACF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100" y="2744788"/>
            <a:ext cx="5486400" cy="3541711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03344-E744-22A3-9A75-3B9F08F90E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59500" y="1523999"/>
            <a:ext cx="5486400" cy="109537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771797-9A36-AAF5-12A9-BFE7F5200EDF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59500" y="2744788"/>
            <a:ext cx="5486400" cy="3541711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3E33A-1CC7-BF0C-166A-266148BD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1BEDD7-557F-FE4D-6955-35BD859E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77413A-A7A5-542D-649B-72ADBBD3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F11269-5CF9-A850-07CC-6AEBC9D54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46800" cy="6858001"/>
          </a:xfrm>
          <a:prstGeom prst="rect">
            <a:avLst/>
          </a:prstGeom>
          <a:gradFill flip="none" rotWithShape="1">
            <a:gsLst>
              <a:gs pos="100000">
                <a:srgbClr val="2F2A95"/>
              </a:gs>
              <a:gs pos="0">
                <a:srgbClr val="00B2A9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A95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0FF6A45B-12D8-1D73-C977-2279B343E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AD0CC92-27D8-CEA3-52A1-3D81AC1BBB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4B17608-BF1B-35F8-CD3B-39AEC876FC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5962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D5A5-FE3E-2160-684A-E6A98F62E9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2385B9-B5B0-5372-0604-E5B72C9B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547D4E-D7A0-D018-C320-DD98F64D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81FAD0-7A6E-F4EC-802B-0E2095DB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73C39A-6FB2-626C-B711-F96FEBBB5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46800" cy="6858001"/>
          </a:xfrm>
          <a:prstGeom prst="rect">
            <a:avLst/>
          </a:prstGeom>
          <a:gradFill flip="none" rotWithShape="1">
            <a:gsLst>
              <a:gs pos="100000">
                <a:srgbClr val="2F2A95"/>
              </a:gs>
              <a:gs pos="0">
                <a:srgbClr val="00B2A9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A95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51B58981-2159-1AA1-695E-8F8B9C344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E0A70A1-BEE8-1F7B-C7FC-1C7514692C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130AAC8-DE99-DA56-70EF-5233EC260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7991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1CF2424-3037-4B4E-D498-DACD55DED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1243564-9F90-9ECE-2686-717877E6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4D5816A-A563-F4DA-76F8-5E4E362F3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C48FC81-BD1A-E7A9-ADDC-30F81F6EF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9DF34A2E-B7C5-B6F6-58AA-7500F28EBF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FAF0446C-7498-8B5D-2C7E-3CF348395C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9456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4375B6-ACC1-14D0-96CE-E31D234CA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1" y="0"/>
            <a:ext cx="4749798" cy="6858001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38000">
                <a:schemeClr val="bg2"/>
              </a:gs>
            </a:gsLst>
            <a:lin ang="16200000" scaled="1"/>
            <a:tileRect/>
          </a:gradFill>
          <a:ln w="19050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pPr defTabSz="2665918">
              <a:spcBef>
                <a:spcPts val="2918"/>
              </a:spcBef>
              <a:buClr>
                <a:srgbClr val="F2F2F2"/>
              </a:buClr>
            </a:pPr>
            <a:endParaRPr lang="en-US" sz="9457" b="1" kern="0">
              <a:solidFill>
                <a:srgbClr val="FFFFFF"/>
              </a:solidFill>
              <a:latin typeface="Gotham Book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69B91F7-815B-CF2A-D8A9-34BD0E593D8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286626" y="355600"/>
            <a:ext cx="6359273" cy="592613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 Only’ option.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62FD348-5921-019C-E579-0AB39FADCE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2204786"/>
            <a:ext cx="3656286" cy="2296968"/>
          </a:xfrm>
        </p:spPr>
        <p:txBody>
          <a:bodyPr vert="horz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AE9C714-101E-BC7F-3640-6E9DC69D5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46101" y="4528491"/>
            <a:ext cx="1361700" cy="3244391"/>
          </a:xfrm>
          <a:custGeom>
            <a:avLst/>
            <a:gdLst>
              <a:gd name="connsiteX0" fmla="*/ 0 w 1361700"/>
              <a:gd name="connsiteY0" fmla="*/ 0 h 3244391"/>
              <a:gd name="connsiteX1" fmla="*/ 1361700 w 1361700"/>
              <a:gd name="connsiteY1" fmla="*/ 675680 h 3244391"/>
              <a:gd name="connsiteX2" fmla="*/ 1361700 w 1361700"/>
              <a:gd name="connsiteY2" fmla="*/ 894254 h 3244391"/>
              <a:gd name="connsiteX3" fmla="*/ 1361700 w 1361700"/>
              <a:gd name="connsiteY3" fmla="*/ 3025817 h 3244391"/>
              <a:gd name="connsiteX4" fmla="*/ 1361700 w 1361700"/>
              <a:gd name="connsiteY4" fmla="*/ 3244391 h 3244391"/>
              <a:gd name="connsiteX5" fmla="*/ 0 w 1361700"/>
              <a:gd name="connsiteY5" fmla="*/ 2568711 h 3244391"/>
              <a:gd name="connsiteX6" fmla="*/ 0 w 1361700"/>
              <a:gd name="connsiteY6" fmla="*/ 2350137 h 3244391"/>
              <a:gd name="connsiteX7" fmla="*/ 0 w 1361700"/>
              <a:gd name="connsiteY7" fmla="*/ 218574 h 3244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1700" h="3244391">
                <a:moveTo>
                  <a:pt x="0" y="0"/>
                </a:moveTo>
                <a:lnTo>
                  <a:pt x="1361700" y="675680"/>
                </a:lnTo>
                <a:lnTo>
                  <a:pt x="1361700" y="894254"/>
                </a:lnTo>
                <a:lnTo>
                  <a:pt x="1361700" y="3025817"/>
                </a:lnTo>
                <a:lnTo>
                  <a:pt x="1361700" y="3244391"/>
                </a:lnTo>
                <a:lnTo>
                  <a:pt x="0" y="2568711"/>
                </a:lnTo>
                <a:lnTo>
                  <a:pt x="0" y="2350137"/>
                </a:lnTo>
                <a:lnTo>
                  <a:pt x="0" y="218574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098">
                  <a:schemeClr val="tx2">
                    <a:alpha val="36000"/>
                  </a:schemeClr>
                </a:gs>
                <a:gs pos="26000">
                  <a:schemeClr val="accent2">
                    <a:alpha val="96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588E169-A749-7185-CC3E-7816AD947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0" y="5068106"/>
            <a:ext cx="1226948" cy="2813375"/>
          </a:xfrm>
          <a:custGeom>
            <a:avLst/>
            <a:gdLst>
              <a:gd name="connsiteX0" fmla="*/ 0 w 1226948"/>
              <a:gd name="connsiteY0" fmla="*/ 0 h 2813375"/>
              <a:gd name="connsiteX1" fmla="*/ 1226948 w 1226948"/>
              <a:gd name="connsiteY1" fmla="*/ 608816 h 2813375"/>
              <a:gd name="connsiteX2" fmla="*/ 1226948 w 1226948"/>
              <a:gd name="connsiteY2" fmla="*/ 805760 h 2813375"/>
              <a:gd name="connsiteX3" fmla="*/ 1226948 w 1226948"/>
              <a:gd name="connsiteY3" fmla="*/ 2616431 h 2813375"/>
              <a:gd name="connsiteX4" fmla="*/ 1226948 w 1226948"/>
              <a:gd name="connsiteY4" fmla="*/ 2813375 h 2813375"/>
              <a:gd name="connsiteX5" fmla="*/ 0 w 1226948"/>
              <a:gd name="connsiteY5" fmla="*/ 2204559 h 2813375"/>
              <a:gd name="connsiteX6" fmla="*/ 0 w 1226948"/>
              <a:gd name="connsiteY6" fmla="*/ 2007615 h 2813375"/>
              <a:gd name="connsiteX7" fmla="*/ 0 w 1226948"/>
              <a:gd name="connsiteY7" fmla="*/ 196944 h 28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948" h="2813375">
                <a:moveTo>
                  <a:pt x="0" y="0"/>
                </a:moveTo>
                <a:lnTo>
                  <a:pt x="1226948" y="608816"/>
                </a:lnTo>
                <a:lnTo>
                  <a:pt x="1226948" y="805760"/>
                </a:lnTo>
                <a:lnTo>
                  <a:pt x="1226948" y="2616431"/>
                </a:lnTo>
                <a:lnTo>
                  <a:pt x="1226948" y="2813375"/>
                </a:lnTo>
                <a:lnTo>
                  <a:pt x="0" y="2204559"/>
                </a:lnTo>
                <a:lnTo>
                  <a:pt x="0" y="2007615"/>
                </a:lnTo>
                <a:lnTo>
                  <a:pt x="0" y="196944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31000"/>
                </a:srgbClr>
              </a:gs>
              <a:gs pos="0">
                <a:srgbClr val="92C0E9">
                  <a:alpha val="77000"/>
                </a:srgbClr>
              </a:gs>
              <a:gs pos="64198">
                <a:srgbClr val="C5B4E2">
                  <a:alpha val="61000"/>
                </a:srgbClr>
              </a:gs>
              <a:gs pos="33000">
                <a:srgbClr val="92C0E9">
                  <a:alpha val="7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  <a:alpha val="27000"/>
                  </a:srgbClr>
                </a:gs>
                <a:gs pos="100000">
                  <a:srgbClr val="2F2A95">
                    <a:alpha val="2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FCF62AA-10F4-6B1E-FC59-3ADBEEE9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323794" y="-1227550"/>
            <a:ext cx="1280450" cy="2751551"/>
          </a:xfrm>
          <a:custGeom>
            <a:avLst/>
            <a:gdLst>
              <a:gd name="connsiteX0" fmla="*/ 0 w 1280450"/>
              <a:gd name="connsiteY0" fmla="*/ 0 h 2751551"/>
              <a:gd name="connsiteX1" fmla="*/ 1280450 w 1280450"/>
              <a:gd name="connsiteY1" fmla="*/ 635363 h 2751551"/>
              <a:gd name="connsiteX2" fmla="*/ 1280450 w 1280450"/>
              <a:gd name="connsiteY2" fmla="*/ 840895 h 2751551"/>
              <a:gd name="connsiteX3" fmla="*/ 1280450 w 1280450"/>
              <a:gd name="connsiteY3" fmla="*/ 2546019 h 2751551"/>
              <a:gd name="connsiteX4" fmla="*/ 1280450 w 1280450"/>
              <a:gd name="connsiteY4" fmla="*/ 2751551 h 2751551"/>
              <a:gd name="connsiteX5" fmla="*/ 0 w 1280450"/>
              <a:gd name="connsiteY5" fmla="*/ 2116188 h 2751551"/>
              <a:gd name="connsiteX6" fmla="*/ 0 w 1280450"/>
              <a:gd name="connsiteY6" fmla="*/ 1910656 h 2751551"/>
              <a:gd name="connsiteX7" fmla="*/ 0 w 1280450"/>
              <a:gd name="connsiteY7" fmla="*/ 205532 h 2751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450" h="2751551">
                <a:moveTo>
                  <a:pt x="0" y="0"/>
                </a:moveTo>
                <a:lnTo>
                  <a:pt x="1280450" y="635363"/>
                </a:lnTo>
                <a:lnTo>
                  <a:pt x="1280450" y="840895"/>
                </a:lnTo>
                <a:lnTo>
                  <a:pt x="1280450" y="2546019"/>
                </a:lnTo>
                <a:lnTo>
                  <a:pt x="1280450" y="2751551"/>
                </a:lnTo>
                <a:lnTo>
                  <a:pt x="0" y="2116188"/>
                </a:lnTo>
                <a:lnTo>
                  <a:pt x="0" y="1910656"/>
                </a:lnTo>
                <a:lnTo>
                  <a:pt x="0" y="20553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098">
                  <a:schemeClr val="tx2">
                    <a:alpha val="36000"/>
                  </a:schemeClr>
                </a:gs>
                <a:gs pos="26000">
                  <a:schemeClr val="accent2">
                    <a:alpha val="96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B411CCB-21D0-6BDC-3728-9404CC116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2696448" y="-798318"/>
            <a:ext cx="1280450" cy="2982614"/>
          </a:xfrm>
          <a:custGeom>
            <a:avLst/>
            <a:gdLst>
              <a:gd name="connsiteX0" fmla="*/ 1280450 w 1280450"/>
              <a:gd name="connsiteY0" fmla="*/ 2982614 h 2982614"/>
              <a:gd name="connsiteX1" fmla="*/ 0 w 1280450"/>
              <a:gd name="connsiteY1" fmla="*/ 2347250 h 2982614"/>
              <a:gd name="connsiteX2" fmla="*/ 0 w 1280450"/>
              <a:gd name="connsiteY2" fmla="*/ 2141719 h 2982614"/>
              <a:gd name="connsiteX3" fmla="*/ 0 w 1280450"/>
              <a:gd name="connsiteY3" fmla="*/ 205532 h 2982614"/>
              <a:gd name="connsiteX4" fmla="*/ 0 w 1280450"/>
              <a:gd name="connsiteY4" fmla="*/ 0 h 2982614"/>
              <a:gd name="connsiteX5" fmla="*/ 1280450 w 1280450"/>
              <a:gd name="connsiteY5" fmla="*/ 635363 h 2982614"/>
              <a:gd name="connsiteX6" fmla="*/ 1280450 w 1280450"/>
              <a:gd name="connsiteY6" fmla="*/ 840895 h 2982614"/>
              <a:gd name="connsiteX7" fmla="*/ 1280450 w 1280450"/>
              <a:gd name="connsiteY7" fmla="*/ 2777082 h 298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450" h="2982614">
                <a:moveTo>
                  <a:pt x="1280450" y="2982614"/>
                </a:moveTo>
                <a:lnTo>
                  <a:pt x="0" y="2347250"/>
                </a:lnTo>
                <a:lnTo>
                  <a:pt x="0" y="2141719"/>
                </a:lnTo>
                <a:lnTo>
                  <a:pt x="0" y="205532"/>
                </a:lnTo>
                <a:lnTo>
                  <a:pt x="0" y="0"/>
                </a:lnTo>
                <a:lnTo>
                  <a:pt x="1280450" y="635363"/>
                </a:lnTo>
                <a:lnTo>
                  <a:pt x="1280450" y="840895"/>
                </a:lnTo>
                <a:lnTo>
                  <a:pt x="1280450" y="2777082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alpha val="13000"/>
                  <a:lumMod val="90000"/>
                </a:srgbClr>
              </a:gs>
              <a:gs pos="100000">
                <a:srgbClr val="2F2A95">
                  <a:alpha val="23000"/>
                </a:srgbClr>
              </a:gs>
              <a:gs pos="72000">
                <a:srgbClr val="00B2A9">
                  <a:alpha val="31000"/>
                </a:srgbClr>
              </a:gs>
            </a:gsLst>
            <a:lin ang="16200000" scaled="0"/>
            <a:tileRect/>
          </a:gradFill>
          <a:ln w="19050" cap="flat">
            <a:gradFill flip="none" rotWithShape="1">
              <a:gsLst>
                <a:gs pos="0">
                  <a:srgbClr val="00B2A9">
                    <a:alpha val="7000"/>
                  </a:srgbClr>
                </a:gs>
                <a:gs pos="100000">
                  <a:srgbClr val="2F2A95">
                    <a:alpha val="29000"/>
                  </a:srgbClr>
                </a:gs>
              </a:gsLst>
              <a:lin ang="135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defTabSz="2665918">
              <a:spcBef>
                <a:spcPts val="2918"/>
              </a:spcBef>
              <a:buClr>
                <a:srgbClr val="F2F2F2"/>
              </a:buClr>
            </a:pPr>
            <a:endParaRPr lang="en-US" sz="9457" kern="0">
              <a:solidFill>
                <a:srgbClr val="FFFFFF"/>
              </a:solidFill>
              <a:latin typeface="Gotham Book"/>
            </a:endParaRP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F2A7F070-5952-5685-E30A-EBF59BCF3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49" y="6492925"/>
            <a:ext cx="8302626" cy="153888"/>
          </a:xfrm>
        </p:spPr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23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69B91F7-815B-CF2A-D8A9-34BD0E593D86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3352800" y="1649413"/>
            <a:ext cx="8293101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 Only’ option.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62FD348-5921-019C-E579-0AB39FADCE0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352800" y="365125"/>
            <a:ext cx="7689243" cy="1158875"/>
          </a:xfrm>
        </p:spPr>
        <p:txBody>
          <a:bodyPr vert="horz" lIns="0" tIns="17640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EE8CA4A-0E22-0055-E30D-11FD15E01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0" y="-278092"/>
            <a:ext cx="2254111" cy="6564592"/>
          </a:xfrm>
          <a:custGeom>
            <a:avLst/>
            <a:gdLst>
              <a:gd name="connsiteX0" fmla="*/ 0 w 2254111"/>
              <a:gd name="connsiteY0" fmla="*/ 0 h 6564592"/>
              <a:gd name="connsiteX1" fmla="*/ 2254111 w 2254111"/>
              <a:gd name="connsiteY1" fmla="*/ 1118498 h 6564592"/>
              <a:gd name="connsiteX2" fmla="*/ 2254111 w 2254111"/>
              <a:gd name="connsiteY2" fmla="*/ 1168711 h 6564592"/>
              <a:gd name="connsiteX3" fmla="*/ 2254111 w 2254111"/>
              <a:gd name="connsiteY3" fmla="*/ 1315217 h 6564592"/>
              <a:gd name="connsiteX4" fmla="*/ 2254111 w 2254111"/>
              <a:gd name="connsiteY4" fmla="*/ 1333811 h 6564592"/>
              <a:gd name="connsiteX5" fmla="*/ 2254111 w 2254111"/>
              <a:gd name="connsiteY5" fmla="*/ 1480317 h 6564592"/>
              <a:gd name="connsiteX6" fmla="*/ 2254111 w 2254111"/>
              <a:gd name="connsiteY6" fmla="*/ 6202773 h 6564592"/>
              <a:gd name="connsiteX7" fmla="*/ 2254111 w 2254111"/>
              <a:gd name="connsiteY7" fmla="*/ 6349279 h 6564592"/>
              <a:gd name="connsiteX8" fmla="*/ 2254111 w 2254111"/>
              <a:gd name="connsiteY8" fmla="*/ 6367873 h 6564592"/>
              <a:gd name="connsiteX9" fmla="*/ 2254111 w 2254111"/>
              <a:gd name="connsiteY9" fmla="*/ 6514379 h 6564592"/>
              <a:gd name="connsiteX10" fmla="*/ 2254111 w 2254111"/>
              <a:gd name="connsiteY10" fmla="*/ 6564592 h 6564592"/>
              <a:gd name="connsiteX11" fmla="*/ 0 w 2254111"/>
              <a:gd name="connsiteY11" fmla="*/ 5446096 h 6564592"/>
              <a:gd name="connsiteX12" fmla="*/ 0 w 2254111"/>
              <a:gd name="connsiteY12" fmla="*/ 5395882 h 6564592"/>
              <a:gd name="connsiteX13" fmla="*/ 0 w 2254111"/>
              <a:gd name="connsiteY13" fmla="*/ 5249376 h 6564592"/>
              <a:gd name="connsiteX14" fmla="*/ 0 w 2254111"/>
              <a:gd name="connsiteY14" fmla="*/ 5230782 h 6564592"/>
              <a:gd name="connsiteX15" fmla="*/ 0 w 2254111"/>
              <a:gd name="connsiteY15" fmla="*/ 5084276 h 6564592"/>
              <a:gd name="connsiteX16" fmla="*/ 0 w 2254111"/>
              <a:gd name="connsiteY16" fmla="*/ 361820 h 6564592"/>
              <a:gd name="connsiteX17" fmla="*/ 0 w 2254111"/>
              <a:gd name="connsiteY17" fmla="*/ 215314 h 6564592"/>
              <a:gd name="connsiteX18" fmla="*/ 0 w 2254111"/>
              <a:gd name="connsiteY18" fmla="*/ 196720 h 6564592"/>
              <a:gd name="connsiteX19" fmla="*/ 0 w 2254111"/>
              <a:gd name="connsiteY19" fmla="*/ 50214 h 656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254111" h="6564592">
                <a:moveTo>
                  <a:pt x="0" y="0"/>
                </a:moveTo>
                <a:lnTo>
                  <a:pt x="2254111" y="1118498"/>
                </a:lnTo>
                <a:lnTo>
                  <a:pt x="2254111" y="1168711"/>
                </a:lnTo>
                <a:lnTo>
                  <a:pt x="2254111" y="1315217"/>
                </a:lnTo>
                <a:lnTo>
                  <a:pt x="2254111" y="1333811"/>
                </a:lnTo>
                <a:lnTo>
                  <a:pt x="2254111" y="1480317"/>
                </a:lnTo>
                <a:lnTo>
                  <a:pt x="2254111" y="6202773"/>
                </a:lnTo>
                <a:lnTo>
                  <a:pt x="2254111" y="6349279"/>
                </a:lnTo>
                <a:lnTo>
                  <a:pt x="2254111" y="6367873"/>
                </a:lnTo>
                <a:lnTo>
                  <a:pt x="2254111" y="6514379"/>
                </a:lnTo>
                <a:lnTo>
                  <a:pt x="2254111" y="6564592"/>
                </a:lnTo>
                <a:lnTo>
                  <a:pt x="0" y="5446096"/>
                </a:lnTo>
                <a:lnTo>
                  <a:pt x="0" y="5395882"/>
                </a:lnTo>
                <a:lnTo>
                  <a:pt x="0" y="5249376"/>
                </a:lnTo>
                <a:lnTo>
                  <a:pt x="0" y="5230782"/>
                </a:lnTo>
                <a:lnTo>
                  <a:pt x="0" y="5084276"/>
                </a:lnTo>
                <a:lnTo>
                  <a:pt x="0" y="361820"/>
                </a:lnTo>
                <a:lnTo>
                  <a:pt x="0" y="215314"/>
                </a:lnTo>
                <a:lnTo>
                  <a:pt x="0" y="196720"/>
                </a:lnTo>
                <a:lnTo>
                  <a:pt x="0" y="50214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alpha val="13000"/>
                  <a:lumMod val="90000"/>
                </a:srgbClr>
              </a:gs>
              <a:gs pos="100000">
                <a:srgbClr val="2F2A95">
                  <a:alpha val="23000"/>
                </a:srgbClr>
              </a:gs>
              <a:gs pos="72000">
                <a:srgbClr val="00B2A9">
                  <a:alpha val="31000"/>
                </a:srgbClr>
              </a:gs>
            </a:gsLst>
            <a:lin ang="16200000" scaled="0"/>
            <a:tileRect/>
          </a:gradFill>
          <a:ln w="19050" cap="flat">
            <a:gradFill flip="none" rotWithShape="1">
              <a:gsLst>
                <a:gs pos="0">
                  <a:srgbClr val="00B2A9">
                    <a:alpha val="49000"/>
                  </a:srgbClr>
                </a:gs>
                <a:gs pos="100000">
                  <a:srgbClr val="2F2A95">
                    <a:alpha val="61000"/>
                  </a:srgbClr>
                </a:gs>
              </a:gsLst>
              <a:lin ang="135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defTabSz="2665918">
              <a:spcBef>
                <a:spcPts val="2918"/>
              </a:spcBef>
              <a:buClr>
                <a:srgbClr val="F2F2F2"/>
              </a:buClr>
            </a:pPr>
            <a:endParaRPr lang="en-US" sz="9457" kern="0">
              <a:solidFill>
                <a:srgbClr val="FFFFFF"/>
              </a:solidFill>
              <a:latin typeface="Gotham Book"/>
            </a:endParaRP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621C2235-5059-9759-7714-170047B60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70592E0-C005-7F3E-F429-F6AD435CF3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95D6550B-7666-2315-A57A-EC111773FD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DE87C58-A16E-842C-9181-513567A8B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09575" y="2619375"/>
            <a:ext cx="2254111" cy="5607629"/>
          </a:xfrm>
          <a:custGeom>
            <a:avLst/>
            <a:gdLst>
              <a:gd name="connsiteX0" fmla="*/ 0 w 2254111"/>
              <a:gd name="connsiteY0" fmla="*/ 0 h 5607629"/>
              <a:gd name="connsiteX1" fmla="*/ 2254111 w 2254111"/>
              <a:gd name="connsiteY1" fmla="*/ 1118498 h 5607629"/>
              <a:gd name="connsiteX2" fmla="*/ 2254111 w 2254111"/>
              <a:gd name="connsiteY2" fmla="*/ 1480317 h 5607629"/>
              <a:gd name="connsiteX3" fmla="*/ 2254111 w 2254111"/>
              <a:gd name="connsiteY3" fmla="*/ 5245810 h 5607629"/>
              <a:gd name="connsiteX4" fmla="*/ 2254111 w 2254111"/>
              <a:gd name="connsiteY4" fmla="*/ 5607629 h 5607629"/>
              <a:gd name="connsiteX5" fmla="*/ 0 w 2254111"/>
              <a:gd name="connsiteY5" fmla="*/ 4489133 h 5607629"/>
              <a:gd name="connsiteX6" fmla="*/ 0 w 2254111"/>
              <a:gd name="connsiteY6" fmla="*/ 4127313 h 5607629"/>
              <a:gd name="connsiteX7" fmla="*/ 0 w 2254111"/>
              <a:gd name="connsiteY7" fmla="*/ 361820 h 560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54111" h="5607629">
                <a:moveTo>
                  <a:pt x="0" y="0"/>
                </a:moveTo>
                <a:lnTo>
                  <a:pt x="2254111" y="1118498"/>
                </a:lnTo>
                <a:lnTo>
                  <a:pt x="2254111" y="1480317"/>
                </a:lnTo>
                <a:lnTo>
                  <a:pt x="2254111" y="5245810"/>
                </a:lnTo>
                <a:lnTo>
                  <a:pt x="2254111" y="5607629"/>
                </a:lnTo>
                <a:lnTo>
                  <a:pt x="0" y="4489133"/>
                </a:lnTo>
                <a:lnTo>
                  <a:pt x="0" y="4127313"/>
                </a:lnTo>
                <a:lnTo>
                  <a:pt x="0" y="36182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098">
                  <a:schemeClr val="tx2">
                    <a:alpha val="36000"/>
                  </a:schemeClr>
                </a:gs>
                <a:gs pos="26000">
                  <a:schemeClr val="accent2">
                    <a:alpha val="96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2665918">
              <a:lnSpc>
                <a:spcPct val="90000"/>
              </a:lnSpc>
              <a:spcBef>
                <a:spcPts val="2918"/>
              </a:spcBef>
              <a:buClr>
                <a:srgbClr val="F2F2F2"/>
              </a:buClr>
              <a:buSzPct val="120000"/>
            </a:pPr>
            <a:endParaRPr lang="en-US" sz="9457" kern="0">
              <a:solidFill>
                <a:srgbClr val="FFFFFF"/>
              </a:solidFill>
              <a:latin typeface="Gotham Book"/>
            </a:endParaRP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5972BBF1-4FE3-B196-692A-3BD787AE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49" y="6492925"/>
            <a:ext cx="8302626" cy="153888"/>
          </a:xfrm>
        </p:spPr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03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693B-C87B-579E-9804-888003BD2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5236C-6934-9C66-504A-8F0B460FD0D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819E9-01B5-8DB8-17BD-128C735F74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59500" y="1524000"/>
            <a:ext cx="5486400" cy="4762500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92463-E3CA-957F-6112-5C9C3E83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89AB0-EAEB-3767-BC49-60F999D45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5D070-2586-23C5-26E6-E3FA7318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0C93C8-C27D-CE58-0E6E-2EFECDB40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46800" cy="6858001"/>
          </a:xfrm>
          <a:prstGeom prst="rect">
            <a:avLst/>
          </a:prstGeom>
          <a:gradFill flip="none" rotWithShape="1">
            <a:gsLst>
              <a:gs pos="100000">
                <a:srgbClr val="2F2A95"/>
              </a:gs>
              <a:gs pos="0">
                <a:srgbClr val="00B2A9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A95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A4890EF-4224-96DD-0166-CC03A2405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0E9A1796-3FCD-5F5D-C549-D46D4F5CCF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76395D5-6D50-C0E1-1A70-B911BD4FF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3524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62BD-4213-CC26-037F-124C93A00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F869D-DF7B-2703-9E04-157257D37C9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DC0CC-6F94-0E17-FE23-A3FBB5C1184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59500" y="1524000"/>
            <a:ext cx="5486400" cy="4762500"/>
          </a:xfr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360000" tIns="900000" rIns="36000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075E52-8DB8-6048-9901-D16A5CA4EC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750AE-50CF-50BA-B5C8-BA8ED97E68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8FF9FA-D3C7-040B-F613-A409EE3FA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12E1D7-00FF-7BC3-0ADE-38E122974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46800" cy="6858001"/>
          </a:xfrm>
          <a:prstGeom prst="rect">
            <a:avLst/>
          </a:prstGeom>
          <a:gradFill flip="none" rotWithShape="1">
            <a:gsLst>
              <a:gs pos="100000">
                <a:srgbClr val="2F2A95"/>
              </a:gs>
              <a:gs pos="0">
                <a:srgbClr val="00B2A9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A95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C83C0432-04D1-50E2-6E51-EEA14CB10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EDCD801-EF3C-3BA2-D0C5-6B37CF866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7572AB9-5493-F554-7FBC-7A402C4EC6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8741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DDE2CD5-04AF-E44A-3D47-A38FBFFC37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1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11" name="Title 67">
            <a:extLst>
              <a:ext uri="{FF2B5EF4-FFF2-40B4-BE49-F238E27FC236}">
                <a16:creationId xmlns:a16="http://schemas.microsoft.com/office/drawing/2014/main" id="{0C3EB450-B833-689E-3131-6F56B67DB4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524001"/>
            <a:ext cx="6275614" cy="2317750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tx1"/>
                </a:solidFill>
                <a:latin typeface="Gotham Book"/>
                <a:ea typeface="+mn-ea"/>
                <a:cs typeface="+mn-cs"/>
              </a:defRPr>
            </a:lvl1pPr>
          </a:lstStyle>
          <a:p>
            <a:pPr>
              <a:buClrTx/>
              <a:buSzTx/>
              <a:buFontTx/>
            </a:pPr>
            <a:r>
              <a:rPr lang="en-US"/>
              <a:t>Click to Add Title, Use Font Size 44, Title Case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E971615-77E4-E062-C4A0-A9F503D4AE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6100" y="3967163"/>
            <a:ext cx="6275615" cy="12223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subtitle, use font size 18,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682A3A59-64B7-A01E-ABEC-B1D35CF2B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90334" y="368300"/>
            <a:ext cx="3055566" cy="6588760"/>
          </a:xfrm>
          <a:custGeom>
            <a:avLst/>
            <a:gdLst>
              <a:gd name="connsiteX0" fmla="*/ 0 w 3055566"/>
              <a:gd name="connsiteY0" fmla="*/ 0 h 6588760"/>
              <a:gd name="connsiteX1" fmla="*/ 3055566 w 3055566"/>
              <a:gd name="connsiteY1" fmla="*/ 1516182 h 6588760"/>
              <a:gd name="connsiteX2" fmla="*/ 3055566 w 3055566"/>
              <a:gd name="connsiteY2" fmla="*/ 6588760 h 6588760"/>
              <a:gd name="connsiteX3" fmla="*/ 0 w 3055566"/>
              <a:gd name="connsiteY3" fmla="*/ 6588760 h 6588760"/>
              <a:gd name="connsiteX4" fmla="*/ 0 w 3055566"/>
              <a:gd name="connsiteY4" fmla="*/ 6482134 h 6588760"/>
              <a:gd name="connsiteX5" fmla="*/ 0 w 3055566"/>
              <a:gd name="connsiteY5" fmla="*/ 6367834 h 6588760"/>
              <a:gd name="connsiteX6" fmla="*/ 0 w 3055566"/>
              <a:gd name="connsiteY6" fmla="*/ 5560477 h 6588760"/>
              <a:gd name="connsiteX7" fmla="*/ 0 w 3055566"/>
              <a:gd name="connsiteY7" fmla="*/ 5440734 h 6588760"/>
              <a:gd name="connsiteX8" fmla="*/ 0 w 3055566"/>
              <a:gd name="connsiteY8" fmla="*/ 5286839 h 6588760"/>
              <a:gd name="connsiteX9" fmla="*/ 0 w 3055566"/>
              <a:gd name="connsiteY9" fmla="*/ 3942134 h 6588760"/>
              <a:gd name="connsiteX10" fmla="*/ 0 w 3055566"/>
              <a:gd name="connsiteY10" fmla="*/ 3934197 h 6588760"/>
              <a:gd name="connsiteX11" fmla="*/ 0 w 3055566"/>
              <a:gd name="connsiteY11" fmla="*/ 2978626 h 6588760"/>
              <a:gd name="connsiteX12" fmla="*/ 0 w 3055566"/>
              <a:gd name="connsiteY12" fmla="*/ 1772021 h 6588760"/>
              <a:gd name="connsiteX13" fmla="*/ 0 w 3055566"/>
              <a:gd name="connsiteY13" fmla="*/ 995734 h 658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55566" h="6588760">
                <a:moveTo>
                  <a:pt x="0" y="0"/>
                </a:moveTo>
                <a:lnTo>
                  <a:pt x="3055566" y="1516182"/>
                </a:lnTo>
                <a:lnTo>
                  <a:pt x="3055566" y="6588760"/>
                </a:lnTo>
                <a:lnTo>
                  <a:pt x="0" y="6588760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9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AEC0FEE0-FFFF-FC07-EBB9-CDBB13040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16267" y="368300"/>
            <a:ext cx="3292930" cy="6645419"/>
          </a:xfrm>
          <a:custGeom>
            <a:avLst/>
            <a:gdLst>
              <a:gd name="connsiteX0" fmla="*/ 0 w 3292930"/>
              <a:gd name="connsiteY0" fmla="*/ 0 h 6645419"/>
              <a:gd name="connsiteX1" fmla="*/ 3292930 w 3292930"/>
              <a:gd name="connsiteY1" fmla="*/ 1633963 h 6645419"/>
              <a:gd name="connsiteX2" fmla="*/ 3292930 w 3292930"/>
              <a:gd name="connsiteY2" fmla="*/ 6645419 h 6645419"/>
              <a:gd name="connsiteX3" fmla="*/ 0 w 3292930"/>
              <a:gd name="connsiteY3" fmla="*/ 6645419 h 6645419"/>
              <a:gd name="connsiteX4" fmla="*/ 0 w 3292930"/>
              <a:gd name="connsiteY4" fmla="*/ 6482134 h 6645419"/>
              <a:gd name="connsiteX5" fmla="*/ 0 w 3292930"/>
              <a:gd name="connsiteY5" fmla="*/ 6367834 h 6645419"/>
              <a:gd name="connsiteX6" fmla="*/ 0 w 3292930"/>
              <a:gd name="connsiteY6" fmla="*/ 5560477 h 6645419"/>
              <a:gd name="connsiteX7" fmla="*/ 0 w 3292930"/>
              <a:gd name="connsiteY7" fmla="*/ 5440734 h 6645419"/>
              <a:gd name="connsiteX8" fmla="*/ 0 w 3292930"/>
              <a:gd name="connsiteY8" fmla="*/ 5286839 h 6645419"/>
              <a:gd name="connsiteX9" fmla="*/ 0 w 3292930"/>
              <a:gd name="connsiteY9" fmla="*/ 3942134 h 6645419"/>
              <a:gd name="connsiteX10" fmla="*/ 0 w 3292930"/>
              <a:gd name="connsiteY10" fmla="*/ 3934197 h 6645419"/>
              <a:gd name="connsiteX11" fmla="*/ 0 w 3292930"/>
              <a:gd name="connsiteY11" fmla="*/ 2978626 h 6645419"/>
              <a:gd name="connsiteX12" fmla="*/ 0 w 3292930"/>
              <a:gd name="connsiteY12" fmla="*/ 1772021 h 6645419"/>
              <a:gd name="connsiteX13" fmla="*/ 0 w 3292930"/>
              <a:gd name="connsiteY13" fmla="*/ 995734 h 664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92930" h="6645419">
                <a:moveTo>
                  <a:pt x="0" y="0"/>
                </a:moveTo>
                <a:lnTo>
                  <a:pt x="3292930" y="1633963"/>
                </a:lnTo>
                <a:lnTo>
                  <a:pt x="3292930" y="6645419"/>
                </a:lnTo>
                <a:lnTo>
                  <a:pt x="0" y="6645419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20000"/>
                </a:srgbClr>
              </a:gs>
              <a:gs pos="0">
                <a:srgbClr val="92C0E9">
                  <a:alpha val="40000"/>
                </a:srgbClr>
              </a:gs>
            </a:gsLst>
            <a:lin ang="6900000" scaled="0"/>
          </a:gradFill>
          <a:ln w="19050" cap="flat">
            <a:noFill/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0715C5-C9DC-DB57-3B95-04D1AE8AE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828136" y="1143000"/>
            <a:ext cx="635184" cy="1928579"/>
          </a:xfrm>
          <a:custGeom>
            <a:avLst/>
            <a:gdLst>
              <a:gd name="connsiteX0" fmla="*/ 0 w 712819"/>
              <a:gd name="connsiteY0" fmla="*/ 0 h 2164300"/>
              <a:gd name="connsiteX1" fmla="*/ 712819 w 712819"/>
              <a:gd name="connsiteY1" fmla="*/ 353704 h 2164300"/>
              <a:gd name="connsiteX2" fmla="*/ 712819 w 712819"/>
              <a:gd name="connsiteY2" fmla="*/ 360048 h 2164300"/>
              <a:gd name="connsiteX3" fmla="*/ 712819 w 712819"/>
              <a:gd name="connsiteY3" fmla="*/ 897076 h 2164300"/>
              <a:gd name="connsiteX4" fmla="*/ 712819 w 712819"/>
              <a:gd name="connsiteY4" fmla="*/ 1620928 h 2164300"/>
              <a:gd name="connsiteX5" fmla="*/ 712819 w 712819"/>
              <a:gd name="connsiteY5" fmla="*/ 2157956 h 2164300"/>
              <a:gd name="connsiteX6" fmla="*/ 712819 w 712819"/>
              <a:gd name="connsiteY6" fmla="*/ 2164300 h 2164300"/>
              <a:gd name="connsiteX7" fmla="*/ 0 w 712819"/>
              <a:gd name="connsiteY7" fmla="*/ 1810596 h 2164300"/>
              <a:gd name="connsiteX8" fmla="*/ 0 w 712819"/>
              <a:gd name="connsiteY8" fmla="*/ 1804252 h 2164300"/>
              <a:gd name="connsiteX9" fmla="*/ 0 w 712819"/>
              <a:gd name="connsiteY9" fmla="*/ 1267224 h 2164300"/>
              <a:gd name="connsiteX10" fmla="*/ 0 w 712819"/>
              <a:gd name="connsiteY10" fmla="*/ 543372 h 2164300"/>
              <a:gd name="connsiteX11" fmla="*/ 0 w 712819"/>
              <a:gd name="connsiteY11" fmla="*/ 6344 h 216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12819" h="2164300">
                <a:moveTo>
                  <a:pt x="0" y="0"/>
                </a:moveTo>
                <a:lnTo>
                  <a:pt x="712819" y="353704"/>
                </a:lnTo>
                <a:lnTo>
                  <a:pt x="712819" y="360048"/>
                </a:lnTo>
                <a:lnTo>
                  <a:pt x="712819" y="897076"/>
                </a:lnTo>
                <a:lnTo>
                  <a:pt x="712819" y="1620928"/>
                </a:lnTo>
                <a:lnTo>
                  <a:pt x="712819" y="2157956"/>
                </a:lnTo>
                <a:lnTo>
                  <a:pt x="712819" y="2164300"/>
                </a:lnTo>
                <a:lnTo>
                  <a:pt x="0" y="1810596"/>
                </a:lnTo>
                <a:lnTo>
                  <a:pt x="0" y="1804252"/>
                </a:lnTo>
                <a:lnTo>
                  <a:pt x="0" y="1267224"/>
                </a:lnTo>
                <a:lnTo>
                  <a:pt x="0" y="543372"/>
                </a:lnTo>
                <a:lnTo>
                  <a:pt x="0" y="6344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FB502E4A-CB25-56F4-4122-BAB1DF3AED7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42200" y="355600"/>
            <a:ext cx="3540058" cy="6645419"/>
          </a:xfrm>
          <a:custGeom>
            <a:avLst/>
            <a:gdLst>
              <a:gd name="connsiteX0" fmla="*/ 0 w 3540058"/>
              <a:gd name="connsiteY0" fmla="*/ 0 h 6645419"/>
              <a:gd name="connsiteX1" fmla="*/ 3540058 w 3540058"/>
              <a:gd name="connsiteY1" fmla="*/ 1756589 h 6645419"/>
              <a:gd name="connsiteX2" fmla="*/ 3540058 w 3540058"/>
              <a:gd name="connsiteY2" fmla="*/ 6645419 h 6645419"/>
              <a:gd name="connsiteX3" fmla="*/ 0 w 3540058"/>
              <a:gd name="connsiteY3" fmla="*/ 6645419 h 6645419"/>
              <a:gd name="connsiteX4" fmla="*/ 0 w 3540058"/>
              <a:gd name="connsiteY4" fmla="*/ 6482134 h 6645419"/>
              <a:gd name="connsiteX5" fmla="*/ 0 w 3540058"/>
              <a:gd name="connsiteY5" fmla="*/ 6367834 h 6645419"/>
              <a:gd name="connsiteX6" fmla="*/ 0 w 3540058"/>
              <a:gd name="connsiteY6" fmla="*/ 5560477 h 6645419"/>
              <a:gd name="connsiteX7" fmla="*/ 0 w 3540058"/>
              <a:gd name="connsiteY7" fmla="*/ 5440734 h 6645419"/>
              <a:gd name="connsiteX8" fmla="*/ 0 w 3540058"/>
              <a:gd name="connsiteY8" fmla="*/ 5286839 h 6645419"/>
              <a:gd name="connsiteX9" fmla="*/ 0 w 3540058"/>
              <a:gd name="connsiteY9" fmla="*/ 3942134 h 6645419"/>
              <a:gd name="connsiteX10" fmla="*/ 0 w 3540058"/>
              <a:gd name="connsiteY10" fmla="*/ 3934197 h 6645419"/>
              <a:gd name="connsiteX11" fmla="*/ 0 w 3540058"/>
              <a:gd name="connsiteY11" fmla="*/ 2978626 h 6645419"/>
              <a:gd name="connsiteX12" fmla="*/ 0 w 3540058"/>
              <a:gd name="connsiteY12" fmla="*/ 1772021 h 6645419"/>
              <a:gd name="connsiteX13" fmla="*/ 0 w 3540058"/>
              <a:gd name="connsiteY13" fmla="*/ 995734 h 664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40058" h="6645419">
                <a:moveTo>
                  <a:pt x="0" y="0"/>
                </a:moveTo>
                <a:lnTo>
                  <a:pt x="3540058" y="1756589"/>
                </a:lnTo>
                <a:lnTo>
                  <a:pt x="3540058" y="6645419"/>
                </a:lnTo>
                <a:lnTo>
                  <a:pt x="0" y="6645419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wrap="square" lIns="360000" tIns="1764000" r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CFF55A-1D5F-AAA6-4D3A-1DFCBBC26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821714" y="3222172"/>
            <a:ext cx="483977" cy="1654169"/>
          </a:xfrm>
          <a:custGeom>
            <a:avLst/>
            <a:gdLst>
              <a:gd name="connsiteX0" fmla="*/ 0 w 594266"/>
              <a:gd name="connsiteY0" fmla="*/ 0 h 2031124"/>
              <a:gd name="connsiteX1" fmla="*/ 594266 w 594266"/>
              <a:gd name="connsiteY1" fmla="*/ 294877 h 2031124"/>
              <a:gd name="connsiteX2" fmla="*/ 594266 w 594266"/>
              <a:gd name="connsiteY2" fmla="*/ 526950 h 2031124"/>
              <a:gd name="connsiteX3" fmla="*/ 594266 w 594266"/>
              <a:gd name="connsiteY3" fmla="*/ 747877 h 2031124"/>
              <a:gd name="connsiteX4" fmla="*/ 594266 w 594266"/>
              <a:gd name="connsiteY4" fmla="*/ 1578124 h 2031124"/>
              <a:gd name="connsiteX5" fmla="*/ 594266 w 594266"/>
              <a:gd name="connsiteY5" fmla="*/ 1799051 h 2031124"/>
              <a:gd name="connsiteX6" fmla="*/ 594266 w 594266"/>
              <a:gd name="connsiteY6" fmla="*/ 2031124 h 2031124"/>
              <a:gd name="connsiteX7" fmla="*/ 0 w 594266"/>
              <a:gd name="connsiteY7" fmla="*/ 1736247 h 2031124"/>
              <a:gd name="connsiteX8" fmla="*/ 0 w 594266"/>
              <a:gd name="connsiteY8" fmla="*/ 1504174 h 2031124"/>
              <a:gd name="connsiteX9" fmla="*/ 0 w 594266"/>
              <a:gd name="connsiteY9" fmla="*/ 1283247 h 2031124"/>
              <a:gd name="connsiteX10" fmla="*/ 0 w 594266"/>
              <a:gd name="connsiteY10" fmla="*/ 453000 h 2031124"/>
              <a:gd name="connsiteX11" fmla="*/ 0 w 594266"/>
              <a:gd name="connsiteY11" fmla="*/ 232073 h 2031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4266" h="2031124">
                <a:moveTo>
                  <a:pt x="0" y="0"/>
                </a:moveTo>
                <a:lnTo>
                  <a:pt x="594266" y="294877"/>
                </a:lnTo>
                <a:lnTo>
                  <a:pt x="594266" y="526950"/>
                </a:lnTo>
                <a:lnTo>
                  <a:pt x="594266" y="747877"/>
                </a:lnTo>
                <a:lnTo>
                  <a:pt x="594266" y="1578124"/>
                </a:lnTo>
                <a:lnTo>
                  <a:pt x="594266" y="1799051"/>
                </a:lnTo>
                <a:lnTo>
                  <a:pt x="594266" y="2031124"/>
                </a:lnTo>
                <a:lnTo>
                  <a:pt x="0" y="1736247"/>
                </a:lnTo>
                <a:lnTo>
                  <a:pt x="0" y="1504174"/>
                </a:lnTo>
                <a:lnTo>
                  <a:pt x="0" y="1283247"/>
                </a:lnTo>
                <a:lnTo>
                  <a:pt x="0" y="453000"/>
                </a:lnTo>
                <a:lnTo>
                  <a:pt x="0" y="232073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9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31561E-FFE1-F9A5-FBF8-E494B0436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145728" y="4127662"/>
            <a:ext cx="622300" cy="2146138"/>
          </a:xfrm>
          <a:custGeom>
            <a:avLst/>
            <a:gdLst>
              <a:gd name="connsiteX0" fmla="*/ 0 w 622300"/>
              <a:gd name="connsiteY0" fmla="*/ 0 h 2146138"/>
              <a:gd name="connsiteX1" fmla="*/ 622300 w 622300"/>
              <a:gd name="connsiteY1" fmla="*/ 308788 h 2146138"/>
              <a:gd name="connsiteX2" fmla="*/ 622300 w 622300"/>
              <a:gd name="connsiteY2" fmla="*/ 423088 h 2146138"/>
              <a:gd name="connsiteX3" fmla="*/ 622300 w 622300"/>
              <a:gd name="connsiteY3" fmla="*/ 524688 h 2146138"/>
              <a:gd name="connsiteX4" fmla="*/ 622300 w 622300"/>
              <a:gd name="connsiteY4" fmla="*/ 545838 h 2146138"/>
              <a:gd name="connsiteX5" fmla="*/ 622300 w 622300"/>
              <a:gd name="connsiteY5" fmla="*/ 647438 h 2146138"/>
              <a:gd name="connsiteX6" fmla="*/ 622300 w 622300"/>
              <a:gd name="connsiteY6" fmla="*/ 750208 h 2146138"/>
              <a:gd name="connsiteX7" fmla="*/ 622300 w 622300"/>
              <a:gd name="connsiteY7" fmla="*/ 761738 h 2146138"/>
              <a:gd name="connsiteX8" fmla="*/ 622300 w 622300"/>
              <a:gd name="connsiteY8" fmla="*/ 851808 h 2146138"/>
              <a:gd name="connsiteX9" fmla="*/ 622300 w 622300"/>
              <a:gd name="connsiteY9" fmla="*/ 863338 h 2146138"/>
              <a:gd name="connsiteX10" fmla="*/ 622300 w 622300"/>
              <a:gd name="connsiteY10" fmla="*/ 966108 h 2146138"/>
              <a:gd name="connsiteX11" fmla="*/ 622300 w 622300"/>
              <a:gd name="connsiteY11" fmla="*/ 1067708 h 2146138"/>
              <a:gd name="connsiteX12" fmla="*/ 622300 w 622300"/>
              <a:gd name="connsiteY12" fmla="*/ 1387218 h 2146138"/>
              <a:gd name="connsiteX13" fmla="*/ 622300 w 622300"/>
              <a:gd name="connsiteY13" fmla="*/ 1488818 h 2146138"/>
              <a:gd name="connsiteX14" fmla="*/ 622300 w 622300"/>
              <a:gd name="connsiteY14" fmla="*/ 1591588 h 2146138"/>
              <a:gd name="connsiteX15" fmla="*/ 622300 w 622300"/>
              <a:gd name="connsiteY15" fmla="*/ 1603118 h 2146138"/>
              <a:gd name="connsiteX16" fmla="*/ 622300 w 622300"/>
              <a:gd name="connsiteY16" fmla="*/ 1693188 h 2146138"/>
              <a:gd name="connsiteX17" fmla="*/ 622300 w 622300"/>
              <a:gd name="connsiteY17" fmla="*/ 1704718 h 2146138"/>
              <a:gd name="connsiteX18" fmla="*/ 622300 w 622300"/>
              <a:gd name="connsiteY18" fmla="*/ 1807488 h 2146138"/>
              <a:gd name="connsiteX19" fmla="*/ 622300 w 622300"/>
              <a:gd name="connsiteY19" fmla="*/ 1909088 h 2146138"/>
              <a:gd name="connsiteX20" fmla="*/ 622300 w 622300"/>
              <a:gd name="connsiteY20" fmla="*/ 1930238 h 2146138"/>
              <a:gd name="connsiteX21" fmla="*/ 622300 w 622300"/>
              <a:gd name="connsiteY21" fmla="*/ 2031838 h 2146138"/>
              <a:gd name="connsiteX22" fmla="*/ 622300 w 622300"/>
              <a:gd name="connsiteY22" fmla="*/ 2146138 h 2146138"/>
              <a:gd name="connsiteX23" fmla="*/ 0 w 622300"/>
              <a:gd name="connsiteY23" fmla="*/ 1837351 h 2146138"/>
              <a:gd name="connsiteX24" fmla="*/ 0 w 622300"/>
              <a:gd name="connsiteY24" fmla="*/ 1723051 h 2146138"/>
              <a:gd name="connsiteX25" fmla="*/ 0 w 622300"/>
              <a:gd name="connsiteY25" fmla="*/ 1621451 h 2146138"/>
              <a:gd name="connsiteX26" fmla="*/ 0 w 622300"/>
              <a:gd name="connsiteY26" fmla="*/ 1600300 h 2146138"/>
              <a:gd name="connsiteX27" fmla="*/ 0 w 622300"/>
              <a:gd name="connsiteY27" fmla="*/ 1498700 h 2146138"/>
              <a:gd name="connsiteX28" fmla="*/ 0 w 622300"/>
              <a:gd name="connsiteY28" fmla="*/ 1395930 h 2146138"/>
              <a:gd name="connsiteX29" fmla="*/ 0 w 622300"/>
              <a:gd name="connsiteY29" fmla="*/ 1384400 h 2146138"/>
              <a:gd name="connsiteX30" fmla="*/ 0 w 622300"/>
              <a:gd name="connsiteY30" fmla="*/ 1294330 h 2146138"/>
              <a:gd name="connsiteX31" fmla="*/ 0 w 622300"/>
              <a:gd name="connsiteY31" fmla="*/ 1282800 h 2146138"/>
              <a:gd name="connsiteX32" fmla="*/ 0 w 622300"/>
              <a:gd name="connsiteY32" fmla="*/ 1180030 h 2146138"/>
              <a:gd name="connsiteX33" fmla="*/ 0 w 622300"/>
              <a:gd name="connsiteY33" fmla="*/ 1078430 h 2146138"/>
              <a:gd name="connsiteX34" fmla="*/ 0 w 622300"/>
              <a:gd name="connsiteY34" fmla="*/ 758921 h 2146138"/>
              <a:gd name="connsiteX35" fmla="*/ 0 w 622300"/>
              <a:gd name="connsiteY35" fmla="*/ 657321 h 2146138"/>
              <a:gd name="connsiteX36" fmla="*/ 0 w 622300"/>
              <a:gd name="connsiteY36" fmla="*/ 554551 h 2146138"/>
              <a:gd name="connsiteX37" fmla="*/ 0 w 622300"/>
              <a:gd name="connsiteY37" fmla="*/ 543021 h 2146138"/>
              <a:gd name="connsiteX38" fmla="*/ 0 w 622300"/>
              <a:gd name="connsiteY38" fmla="*/ 452951 h 2146138"/>
              <a:gd name="connsiteX39" fmla="*/ 0 w 622300"/>
              <a:gd name="connsiteY39" fmla="*/ 441421 h 2146138"/>
              <a:gd name="connsiteX40" fmla="*/ 0 w 622300"/>
              <a:gd name="connsiteY40" fmla="*/ 338651 h 2146138"/>
              <a:gd name="connsiteX41" fmla="*/ 0 w 622300"/>
              <a:gd name="connsiteY41" fmla="*/ 237051 h 2146138"/>
              <a:gd name="connsiteX42" fmla="*/ 0 w 622300"/>
              <a:gd name="connsiteY42" fmla="*/ 215900 h 2146138"/>
              <a:gd name="connsiteX43" fmla="*/ 0 w 622300"/>
              <a:gd name="connsiteY43" fmla="*/ 114300 h 214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22300" h="2146138">
                <a:moveTo>
                  <a:pt x="0" y="0"/>
                </a:moveTo>
                <a:lnTo>
                  <a:pt x="622300" y="308788"/>
                </a:lnTo>
                <a:lnTo>
                  <a:pt x="622300" y="423088"/>
                </a:lnTo>
                <a:lnTo>
                  <a:pt x="622300" y="524688"/>
                </a:lnTo>
                <a:lnTo>
                  <a:pt x="622300" y="545838"/>
                </a:lnTo>
                <a:lnTo>
                  <a:pt x="622300" y="647438"/>
                </a:lnTo>
                <a:lnTo>
                  <a:pt x="622300" y="750208"/>
                </a:lnTo>
                <a:lnTo>
                  <a:pt x="622300" y="761738"/>
                </a:lnTo>
                <a:lnTo>
                  <a:pt x="622300" y="851808"/>
                </a:lnTo>
                <a:lnTo>
                  <a:pt x="622300" y="863338"/>
                </a:lnTo>
                <a:lnTo>
                  <a:pt x="622300" y="966108"/>
                </a:lnTo>
                <a:lnTo>
                  <a:pt x="622300" y="1067708"/>
                </a:lnTo>
                <a:lnTo>
                  <a:pt x="622300" y="1387218"/>
                </a:lnTo>
                <a:lnTo>
                  <a:pt x="622300" y="1488818"/>
                </a:lnTo>
                <a:lnTo>
                  <a:pt x="622300" y="1591588"/>
                </a:lnTo>
                <a:lnTo>
                  <a:pt x="622300" y="1603118"/>
                </a:lnTo>
                <a:lnTo>
                  <a:pt x="622300" y="1693188"/>
                </a:lnTo>
                <a:lnTo>
                  <a:pt x="622300" y="1704718"/>
                </a:lnTo>
                <a:lnTo>
                  <a:pt x="622300" y="1807488"/>
                </a:lnTo>
                <a:lnTo>
                  <a:pt x="622300" y="1909088"/>
                </a:lnTo>
                <a:lnTo>
                  <a:pt x="622300" y="1930238"/>
                </a:lnTo>
                <a:lnTo>
                  <a:pt x="622300" y="2031838"/>
                </a:lnTo>
                <a:lnTo>
                  <a:pt x="622300" y="2146138"/>
                </a:lnTo>
                <a:lnTo>
                  <a:pt x="0" y="1837351"/>
                </a:lnTo>
                <a:lnTo>
                  <a:pt x="0" y="1723051"/>
                </a:lnTo>
                <a:lnTo>
                  <a:pt x="0" y="1621451"/>
                </a:lnTo>
                <a:lnTo>
                  <a:pt x="0" y="1600300"/>
                </a:lnTo>
                <a:lnTo>
                  <a:pt x="0" y="1498700"/>
                </a:lnTo>
                <a:lnTo>
                  <a:pt x="0" y="1395930"/>
                </a:lnTo>
                <a:lnTo>
                  <a:pt x="0" y="1384400"/>
                </a:lnTo>
                <a:lnTo>
                  <a:pt x="0" y="1294330"/>
                </a:lnTo>
                <a:lnTo>
                  <a:pt x="0" y="1282800"/>
                </a:lnTo>
                <a:lnTo>
                  <a:pt x="0" y="1180030"/>
                </a:lnTo>
                <a:lnTo>
                  <a:pt x="0" y="1078430"/>
                </a:lnTo>
                <a:lnTo>
                  <a:pt x="0" y="758921"/>
                </a:lnTo>
                <a:lnTo>
                  <a:pt x="0" y="657321"/>
                </a:lnTo>
                <a:lnTo>
                  <a:pt x="0" y="554551"/>
                </a:lnTo>
                <a:lnTo>
                  <a:pt x="0" y="543021"/>
                </a:lnTo>
                <a:lnTo>
                  <a:pt x="0" y="452951"/>
                </a:lnTo>
                <a:lnTo>
                  <a:pt x="0" y="441421"/>
                </a:lnTo>
                <a:lnTo>
                  <a:pt x="0" y="338651"/>
                </a:lnTo>
                <a:lnTo>
                  <a:pt x="0" y="237051"/>
                </a:lnTo>
                <a:lnTo>
                  <a:pt x="0" y="215900"/>
                </a:lnTo>
                <a:lnTo>
                  <a:pt x="0" y="114300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  <a:alpha val="89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vert="horz" wrap="square" lIns="0" tIns="0" rIns="0" bIns="0" rtlCol="0" anchor="ctr">
            <a:noAutofit/>
          </a:bodyPr>
          <a:lstStyle>
            <a:lvl1pPr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r>
              <a:rPr lang="en-US"/>
              <a:t>cc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BBAE49-6B14-65B6-CA87-EE5253B41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19612" y="1854200"/>
            <a:ext cx="633150" cy="2150136"/>
          </a:xfrm>
          <a:custGeom>
            <a:avLst/>
            <a:gdLst>
              <a:gd name="connsiteX0" fmla="*/ 0 w 633150"/>
              <a:gd name="connsiteY0" fmla="*/ 0 h 2150136"/>
              <a:gd name="connsiteX1" fmla="*/ 633150 w 633150"/>
              <a:gd name="connsiteY1" fmla="*/ 314171 h 2150136"/>
              <a:gd name="connsiteX2" fmla="*/ 633150 w 633150"/>
              <a:gd name="connsiteY2" fmla="*/ 513405 h 2150136"/>
              <a:gd name="connsiteX3" fmla="*/ 633150 w 633150"/>
              <a:gd name="connsiteY3" fmla="*/ 1950903 h 2150136"/>
              <a:gd name="connsiteX4" fmla="*/ 633150 w 633150"/>
              <a:gd name="connsiteY4" fmla="*/ 2150136 h 2150136"/>
              <a:gd name="connsiteX5" fmla="*/ 0 w 633150"/>
              <a:gd name="connsiteY5" fmla="*/ 1835965 h 2150136"/>
              <a:gd name="connsiteX6" fmla="*/ 0 w 633150"/>
              <a:gd name="connsiteY6" fmla="*/ 1636732 h 2150136"/>
              <a:gd name="connsiteX7" fmla="*/ 0 w 633150"/>
              <a:gd name="connsiteY7" fmla="*/ 199234 h 2150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3150" h="2150136">
                <a:moveTo>
                  <a:pt x="0" y="0"/>
                </a:moveTo>
                <a:lnTo>
                  <a:pt x="633150" y="314171"/>
                </a:lnTo>
                <a:lnTo>
                  <a:pt x="633150" y="513405"/>
                </a:lnTo>
                <a:lnTo>
                  <a:pt x="633150" y="1950903"/>
                </a:lnTo>
                <a:lnTo>
                  <a:pt x="633150" y="2150136"/>
                </a:lnTo>
                <a:lnTo>
                  <a:pt x="0" y="1835965"/>
                </a:lnTo>
                <a:lnTo>
                  <a:pt x="0" y="1636732"/>
                </a:lnTo>
                <a:lnTo>
                  <a:pt x="0" y="199234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72000"/>
                </a:srgbClr>
              </a:gs>
              <a:gs pos="100000">
                <a:srgbClr val="2F2A95">
                  <a:alpha val="8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buNone/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r>
              <a:rPr lang="en-US"/>
              <a:t>……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BE344-8FC6-9C44-DD7D-8F78A4E6DE3B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BB5DB-C28B-B116-6A61-282D5993E514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91CF3-F9AC-4E4E-03E4-43B31A583FD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8FDE137-3A56-A7A5-5027-216BE04093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977" y="459740"/>
            <a:ext cx="2219325" cy="59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26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0.03889 L -3.33333E-6 -3.7037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75E-6 -0.03472 L -3.75E-6 1.85185E-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1" grpId="1"/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3.75E-6 -0.03472 L -3.75E-6 1.85185E-6 " pathEditMode="relative" rAng="0" ptsTypes="AA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100" grpId="0" animBg="1"/>
      <p:bldP spid="73" grpId="0" animBg="1"/>
      <p:bldP spid="12" grpId="0" animBg="1"/>
      <p:bldP spid="33" grpId="0" animBg="1"/>
      <p:bldP spid="19" grpId="0" animBg="1"/>
      <p:bldP spid="9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(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09CA-97B8-B0F8-3198-F6ABE6B57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800" y="1524001"/>
            <a:ext cx="7023100" cy="2317750"/>
          </a:xfrm>
        </p:spPr>
        <p:txBody>
          <a:bodyPr bIns="144000" anchor="b">
            <a:normAutofit/>
          </a:bodyPr>
          <a:lstStyle>
            <a:lvl1pPr algn="l" rtl="0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Section Header, Use Font Size 36,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A54E0-8ABB-2A35-1DFF-800EF36C47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22800" y="3967163"/>
            <a:ext cx="7023100" cy="1222375"/>
          </a:xfrm>
        </p:spPr>
        <p:txBody>
          <a:bodyPr lIns="0" tIns="144000" rIns="0" bIns="0" anchor="t">
            <a:normAutofit/>
          </a:bodyPr>
          <a:lstStyle>
            <a:lvl1pPr marL="0" indent="0" algn="l" rtl="0">
              <a:buFont typeface="Verdana" panose="020B0604020202020204" pitchFamily="34" charset="0"/>
              <a:buNone/>
              <a:defRPr sz="1800">
                <a:solidFill>
                  <a:schemeClr val="tx1"/>
                </a:solidFill>
                <a:latin typeface="Gotham Book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subtitle, use font size 18,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43EA-06F3-E7C8-3619-A6B5E52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DBAE56D5-CD63-5D4E-B9FF-EAE8B58B7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5069" y="-101893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AC7A8BB-C756-3659-0DED-9270B362D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6725" y="-76842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FAC4647B-235D-5BF6-95EB-20961F66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8380" y="-51792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AA74202D-78F9-8EDD-1816-7A87015B3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0035" y="-26742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819B3FE4-A0D7-39B8-6C46-FD8F8CA8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690" y="-1692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B0E4605A-60DD-0717-8340-903B3B051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6654" y="233580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7" name="Graphic 10">
            <a:extLst>
              <a:ext uri="{FF2B5EF4-FFF2-40B4-BE49-F238E27FC236}">
                <a16:creationId xmlns:a16="http://schemas.microsoft.com/office/drawing/2014/main" id="{0F0174C8-989A-9DAA-C065-74AF69F84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3414" y="-126943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FAB7FE08-4371-D71D-431F-C2783877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1759" y="-151993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FEF74314-4F88-482A-AF57-3CAD0BE44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4999" y="48407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21" name="Graphic 10">
            <a:extLst>
              <a:ext uri="{FF2B5EF4-FFF2-40B4-BE49-F238E27FC236}">
                <a16:creationId xmlns:a16="http://schemas.microsoft.com/office/drawing/2014/main" id="{9B3E001F-87BE-4DA6-FD38-52A968A71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13301" y="74680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5" name="Graphic 10">
            <a:extLst>
              <a:ext uri="{FF2B5EF4-FFF2-40B4-BE49-F238E27FC236}">
                <a16:creationId xmlns:a16="http://schemas.microsoft.com/office/drawing/2014/main" id="{47095205-27CB-AFD5-B066-49B6697B2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67046" y="-177711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6" name="Graphic 10">
            <a:extLst>
              <a:ext uri="{FF2B5EF4-FFF2-40B4-BE49-F238E27FC236}">
                <a16:creationId xmlns:a16="http://schemas.microsoft.com/office/drawing/2014/main" id="{2340242A-9028-BDF2-B234-CEFF28701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2333" y="-203428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40" name="Graphic 10">
            <a:extLst>
              <a:ext uri="{FF2B5EF4-FFF2-40B4-BE49-F238E27FC236}">
                <a16:creationId xmlns:a16="http://schemas.microsoft.com/office/drawing/2014/main" id="{E44E955E-7612-E8F0-3B5D-365C94719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57620" y="-229146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41" name="Graphic 10">
            <a:extLst>
              <a:ext uri="{FF2B5EF4-FFF2-40B4-BE49-F238E27FC236}">
                <a16:creationId xmlns:a16="http://schemas.microsoft.com/office/drawing/2014/main" id="{5D9C53CF-BDD4-B556-0C5D-03B8F8156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2907" y="-254863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FCDB882-9276-542E-0B04-5E9B20FFE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826" y="-17930"/>
            <a:ext cx="2784904" cy="6301255"/>
          </a:xfrm>
          <a:custGeom>
            <a:avLst/>
            <a:gdLst>
              <a:gd name="connsiteX0" fmla="*/ 0 w 2784904"/>
              <a:gd name="connsiteY0" fmla="*/ 0 h 6301255"/>
              <a:gd name="connsiteX1" fmla="*/ 2784904 w 2784904"/>
              <a:gd name="connsiteY1" fmla="*/ 0 h 6301255"/>
              <a:gd name="connsiteX2" fmla="*/ 2784904 w 2784904"/>
              <a:gd name="connsiteY2" fmla="*/ 14755 h 6301255"/>
              <a:gd name="connsiteX3" fmla="*/ 2784904 w 2784904"/>
              <a:gd name="connsiteY3" fmla="*/ 1456078 h 6301255"/>
              <a:gd name="connsiteX4" fmla="*/ 2784904 w 2784904"/>
              <a:gd name="connsiteY4" fmla="*/ 1470833 h 6301255"/>
              <a:gd name="connsiteX5" fmla="*/ 2784904 w 2784904"/>
              <a:gd name="connsiteY5" fmla="*/ 4830422 h 6301255"/>
              <a:gd name="connsiteX6" fmla="*/ 2784904 w 2784904"/>
              <a:gd name="connsiteY6" fmla="*/ 4845177 h 6301255"/>
              <a:gd name="connsiteX7" fmla="*/ 2784904 w 2784904"/>
              <a:gd name="connsiteY7" fmla="*/ 6286500 h 6301255"/>
              <a:gd name="connsiteX8" fmla="*/ 2784904 w 2784904"/>
              <a:gd name="connsiteY8" fmla="*/ 6301255 h 6301255"/>
              <a:gd name="connsiteX9" fmla="*/ 0 w 2784904"/>
              <a:gd name="connsiteY9" fmla="*/ 4954961 h 6301255"/>
              <a:gd name="connsiteX10" fmla="*/ 0 w 2784904"/>
              <a:gd name="connsiteY10" fmla="*/ 4940206 h 6301255"/>
              <a:gd name="connsiteX11" fmla="*/ 0 w 2784904"/>
              <a:gd name="connsiteY11" fmla="*/ 3498883 h 6301255"/>
              <a:gd name="connsiteX12" fmla="*/ 0 w 2784904"/>
              <a:gd name="connsiteY12" fmla="*/ 3484128 h 6301255"/>
              <a:gd name="connsiteX13" fmla="*/ 0 w 2784904"/>
              <a:gd name="connsiteY13" fmla="*/ 1470833 h 6301255"/>
              <a:gd name="connsiteX14" fmla="*/ 0 w 2784904"/>
              <a:gd name="connsiteY14" fmla="*/ 1456078 h 6301255"/>
              <a:gd name="connsiteX15" fmla="*/ 0 w 2784904"/>
              <a:gd name="connsiteY15" fmla="*/ 14755 h 6301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84904" h="6301255">
                <a:moveTo>
                  <a:pt x="0" y="0"/>
                </a:moveTo>
                <a:lnTo>
                  <a:pt x="2784904" y="0"/>
                </a:lnTo>
                <a:lnTo>
                  <a:pt x="2784904" y="14755"/>
                </a:lnTo>
                <a:lnTo>
                  <a:pt x="2784904" y="1456078"/>
                </a:lnTo>
                <a:lnTo>
                  <a:pt x="2784904" y="1470833"/>
                </a:lnTo>
                <a:lnTo>
                  <a:pt x="2784904" y="4830422"/>
                </a:lnTo>
                <a:lnTo>
                  <a:pt x="2784904" y="4845177"/>
                </a:lnTo>
                <a:lnTo>
                  <a:pt x="2784904" y="6286500"/>
                </a:lnTo>
                <a:lnTo>
                  <a:pt x="2784904" y="6301255"/>
                </a:lnTo>
                <a:lnTo>
                  <a:pt x="0" y="4954961"/>
                </a:lnTo>
                <a:lnTo>
                  <a:pt x="0" y="4940206"/>
                </a:lnTo>
                <a:lnTo>
                  <a:pt x="0" y="3498883"/>
                </a:lnTo>
                <a:lnTo>
                  <a:pt x="0" y="3484128"/>
                </a:lnTo>
                <a:lnTo>
                  <a:pt x="0" y="1470833"/>
                </a:lnTo>
                <a:lnTo>
                  <a:pt x="0" y="1456078"/>
                </a:lnTo>
                <a:lnTo>
                  <a:pt x="0" y="1475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F2DD8D5-232D-2D37-C219-11B51A3B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7741" y="0"/>
            <a:ext cx="3052740" cy="6286500"/>
          </a:xfrm>
          <a:custGeom>
            <a:avLst/>
            <a:gdLst>
              <a:gd name="connsiteX0" fmla="*/ 0 w 3052740"/>
              <a:gd name="connsiteY0" fmla="*/ 0 h 6286500"/>
              <a:gd name="connsiteX1" fmla="*/ 3052740 w 3052740"/>
              <a:gd name="connsiteY1" fmla="*/ 0 h 6286500"/>
              <a:gd name="connsiteX2" fmla="*/ 3052740 w 3052740"/>
              <a:gd name="connsiteY2" fmla="*/ 1456078 h 6286500"/>
              <a:gd name="connsiteX3" fmla="*/ 3052740 w 3052740"/>
              <a:gd name="connsiteY3" fmla="*/ 4830422 h 6286500"/>
              <a:gd name="connsiteX4" fmla="*/ 3052740 w 3052740"/>
              <a:gd name="connsiteY4" fmla="*/ 6286500 h 6286500"/>
              <a:gd name="connsiteX5" fmla="*/ 0 w 3052740"/>
              <a:gd name="connsiteY5" fmla="*/ 4810727 h 6286500"/>
              <a:gd name="connsiteX6" fmla="*/ 0 w 3052740"/>
              <a:gd name="connsiteY6" fmla="*/ 3354649 h 6286500"/>
              <a:gd name="connsiteX7" fmla="*/ 0 w 3052740"/>
              <a:gd name="connsiteY7" fmla="*/ 1456078 h 628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52740" h="6286500">
                <a:moveTo>
                  <a:pt x="0" y="0"/>
                </a:moveTo>
                <a:lnTo>
                  <a:pt x="3052740" y="0"/>
                </a:lnTo>
                <a:lnTo>
                  <a:pt x="3052740" y="1456078"/>
                </a:lnTo>
                <a:lnTo>
                  <a:pt x="3052740" y="4830422"/>
                </a:lnTo>
                <a:lnTo>
                  <a:pt x="3052740" y="6286500"/>
                </a:lnTo>
                <a:lnTo>
                  <a:pt x="0" y="4810727"/>
                </a:lnTo>
                <a:lnTo>
                  <a:pt x="0" y="3354649"/>
                </a:lnTo>
                <a:lnTo>
                  <a:pt x="0" y="1456078"/>
                </a:lnTo>
                <a:close/>
              </a:path>
            </a:pathLst>
          </a:custGeom>
          <a:gradFill>
            <a:gsLst>
              <a:gs pos="0">
                <a:srgbClr val="2F2A95">
                  <a:lumMod val="96000"/>
                  <a:alpha val="20000"/>
                </a:srgbClr>
              </a:gs>
              <a:gs pos="100000">
                <a:srgbClr val="92C0E9">
                  <a:alpha val="40000"/>
                </a:srgbClr>
              </a:gs>
            </a:gsLst>
            <a:lin ang="6900000" scaled="0"/>
          </a:gradFill>
          <a:ln w="19050" cap="flat">
            <a:noFill/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29" name="Picture Placeholder 128">
            <a:extLst>
              <a:ext uri="{FF2B5EF4-FFF2-40B4-BE49-F238E27FC236}">
                <a16:creationId xmlns:a16="http://schemas.microsoft.com/office/drawing/2014/main" id="{88690719-AF8F-23FF-0686-C12A1BF1A4E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36741" y="0"/>
            <a:ext cx="3323874" cy="6286500"/>
          </a:xfrm>
          <a:custGeom>
            <a:avLst/>
            <a:gdLst>
              <a:gd name="connsiteX0" fmla="*/ 0 w 3323874"/>
              <a:gd name="connsiteY0" fmla="*/ 0 h 6286500"/>
              <a:gd name="connsiteX1" fmla="*/ 3323874 w 3323874"/>
              <a:gd name="connsiteY1" fmla="*/ 0 h 6286500"/>
              <a:gd name="connsiteX2" fmla="*/ 3323874 w 3323874"/>
              <a:gd name="connsiteY2" fmla="*/ 1456078 h 6286500"/>
              <a:gd name="connsiteX3" fmla="*/ 3323874 w 3323874"/>
              <a:gd name="connsiteY3" fmla="*/ 4830422 h 6286500"/>
              <a:gd name="connsiteX4" fmla="*/ 3323874 w 3323874"/>
              <a:gd name="connsiteY4" fmla="*/ 6286500 h 6286500"/>
              <a:gd name="connsiteX5" fmla="*/ 0 w 3323874"/>
              <a:gd name="connsiteY5" fmla="*/ 4679655 h 6286500"/>
              <a:gd name="connsiteX6" fmla="*/ 0 w 3323874"/>
              <a:gd name="connsiteY6" fmla="*/ 3223577 h 6286500"/>
              <a:gd name="connsiteX7" fmla="*/ 0 w 3323874"/>
              <a:gd name="connsiteY7" fmla="*/ 1456078 h 628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3874" h="6286500">
                <a:moveTo>
                  <a:pt x="0" y="0"/>
                </a:moveTo>
                <a:lnTo>
                  <a:pt x="3323874" y="0"/>
                </a:lnTo>
                <a:lnTo>
                  <a:pt x="3323874" y="1456078"/>
                </a:lnTo>
                <a:lnTo>
                  <a:pt x="3323874" y="4830422"/>
                </a:lnTo>
                <a:lnTo>
                  <a:pt x="3323874" y="6286500"/>
                </a:lnTo>
                <a:lnTo>
                  <a:pt x="0" y="4679655"/>
                </a:lnTo>
                <a:lnTo>
                  <a:pt x="0" y="3223577"/>
                </a:lnTo>
                <a:lnTo>
                  <a:pt x="0" y="1456078"/>
                </a:lnTo>
                <a:close/>
              </a:path>
            </a:pathLst>
          </a:cu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wrap="square" lIns="360000" tIns="1764000" rIns="36000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94" name="Graphic 10">
            <a:extLst>
              <a:ext uri="{FF2B5EF4-FFF2-40B4-BE49-F238E27FC236}">
                <a16:creationId xmlns:a16="http://schemas.microsoft.com/office/drawing/2014/main" id="{37B0440A-8F5A-0E6B-1EA1-2A10CF4B3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15629" y="541066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95" name="Graphic 10">
            <a:extLst>
              <a:ext uri="{FF2B5EF4-FFF2-40B4-BE49-F238E27FC236}">
                <a16:creationId xmlns:a16="http://schemas.microsoft.com/office/drawing/2014/main" id="{10500C62-0236-970B-FA42-C008D33A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17284" y="566117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96" name="Graphic 10">
            <a:extLst>
              <a:ext uri="{FF2B5EF4-FFF2-40B4-BE49-F238E27FC236}">
                <a16:creationId xmlns:a16="http://schemas.microsoft.com/office/drawing/2014/main" id="{1A71913C-7FB4-10CE-ABE3-2331F31E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8939" y="5911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97" name="Graphic 10">
            <a:extLst>
              <a:ext uri="{FF2B5EF4-FFF2-40B4-BE49-F238E27FC236}">
                <a16:creationId xmlns:a16="http://schemas.microsoft.com/office/drawing/2014/main" id="{01F13630-1564-93B0-DE5F-1C42AECB7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0594" y="616217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98" name="Graphic 10">
            <a:extLst>
              <a:ext uri="{FF2B5EF4-FFF2-40B4-BE49-F238E27FC236}">
                <a16:creationId xmlns:a16="http://schemas.microsoft.com/office/drawing/2014/main" id="{6B4DD9EE-616C-3ADC-61D2-8E07EDFBD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22250" y="641267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99" name="Graphic 10">
            <a:extLst>
              <a:ext uri="{FF2B5EF4-FFF2-40B4-BE49-F238E27FC236}">
                <a16:creationId xmlns:a16="http://schemas.microsoft.com/office/drawing/2014/main" id="{3C24CB1B-A3A0-9E79-AF74-F660D8A3E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23905" y="666317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00" name="Graphic 10">
            <a:extLst>
              <a:ext uri="{FF2B5EF4-FFF2-40B4-BE49-F238E27FC236}">
                <a16:creationId xmlns:a16="http://schemas.microsoft.com/office/drawing/2014/main" id="{A357B5C8-1A81-454A-50F3-BBBE2577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13973" y="51601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01" name="Graphic 10">
            <a:extLst>
              <a:ext uri="{FF2B5EF4-FFF2-40B4-BE49-F238E27FC236}">
                <a16:creationId xmlns:a16="http://schemas.microsoft.com/office/drawing/2014/main" id="{CE249406-3872-BD78-8EB6-FC4DC6A9D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12318" y="490966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02" name="Graphic 10">
            <a:extLst>
              <a:ext uri="{FF2B5EF4-FFF2-40B4-BE49-F238E27FC236}">
                <a16:creationId xmlns:a16="http://schemas.microsoft.com/office/drawing/2014/main" id="{6F4F5ABE-9562-2A6F-18A5-C932EB86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810663" y="465916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04" name="Graphic 10">
            <a:extLst>
              <a:ext uri="{FF2B5EF4-FFF2-40B4-BE49-F238E27FC236}">
                <a16:creationId xmlns:a16="http://schemas.microsoft.com/office/drawing/2014/main" id="{2C968F0D-B3F6-A00C-0887-C01C4B388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208965" y="43915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</p:spTree>
    <p:extLst>
      <p:ext uri="{BB962C8B-B14F-4D97-AF65-F5344CB8AC3E}">
        <p14:creationId xmlns:p14="http://schemas.microsoft.com/office/powerpoint/2010/main" val="370824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07407E-6 L -0.03268 0.03819 " pathEditMode="relative" rAng="0" ptsTypes="AA">
                                      <p:cBhvr>
                                        <p:cTn id="48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898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-3.33333E-6 L -0.06536 0.07477 " pathEditMode="relative" rAng="0" ptsTypes="AA">
                                      <p:cBhvr>
                                        <p:cTn id="50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3727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7.40741E-7 L -0.09804 0.11134 " pathEditMode="relative" rAng="0" ptsTypes="AA">
                                      <p:cBhvr>
                                        <p:cTn id="52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9" y="5556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81481E-6 L -0.13072 0.14791 " pathEditMode="relative" rAng="0" ptsTypes="AA">
                                      <p:cBhvr>
                                        <p:cTn id="54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36" y="738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11111E-6 L -0.16341 0.18449 " pathEditMode="relative" rAng="0" ptsTypes="AA">
                                      <p:cBhvr>
                                        <p:cTn id="56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77" y="921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96296E-6 L -0.19609 0.22083 " pathEditMode="relative" rAng="0" ptsTypes="AA">
                                      <p:cBhvr>
                                        <p:cTn id="58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5" y="11042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44444E-6 L -0.22864 0.25741 " pathEditMode="relative" rAng="0" ptsTypes="AA">
                                      <p:cBhvr>
                                        <p:cTn id="60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32" y="1287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7037E-7 L -0.26132 0.29398 " pathEditMode="relative" rAng="0" ptsTypes="AA">
                                      <p:cBhvr>
                                        <p:cTn id="62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73" y="14699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22222E-6 L -0.29401 0.33055 " pathEditMode="relative" rAng="0" ptsTypes="AA">
                                      <p:cBhvr>
                                        <p:cTn id="64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528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2.22222E-6 L -0.35885 0.40555 " pathEditMode="relative" rAng="0" ptsTypes="AA">
                                      <p:cBhvr>
                                        <p:cTn id="66" dur="15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43" y="20278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-0.39127 0.44305 " pathEditMode="relative" rAng="0" ptsTypes="AA">
                                      <p:cBhvr>
                                        <p:cTn id="68" dur="15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70" y="22153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2.22222E-6 L -0.42369 0.48055 " pathEditMode="relative" rAng="0" ptsTypes="AA">
                                      <p:cBhvr>
                                        <p:cTn id="70" dur="15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85" y="24028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26472 0.3680251 E" pathEditMode="relative" ptsTypes="">
                                      <p:cBhvr>
                                        <p:cTn id="72" dur="15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decel="10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2.5E-6 0.03889 L 2.5E-6 -3.7037E-6 " pathEditMode="relative" rAng="0" ptsTypes="AA">
                                      <p:cBhvr>
                                        <p:cTn id="7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decel="10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2.5E-6 -0.03472 L 2.5E-6 -2.59259E-6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95833E-6 -3.33333E-6 L -0.03268 0.03658 " pathEditMode="relative" rAng="0" ptsTypes="AA">
                                      <p:cBhvr>
                                        <p:cTn id="111" dur="1500" spd="-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1" y="1829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6.534532E-02 7.305287E-02 E" pathEditMode="relative" ptsTypes="">
                                      <p:cBhvr>
                                        <p:cTn id="113" dur="1500" spd="-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9.801789E-02 0.1095798 E" pathEditMode="relative" ptsTypes="">
                                      <p:cBhvr>
                                        <p:cTn id="115" dur="1500" spd="-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306905 0.1461069 E" pathEditMode="relative" ptsTypes="">
                                      <p:cBhvr>
                                        <p:cTn id="117" dur="1500" spd="-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633632 0.1826338 E" pathEditMode="relative" ptsTypes="">
                                      <p:cBhvr>
                                        <p:cTn id="119" dur="1500" spd="-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960358 0.2191608 E" pathEditMode="relative" ptsTypes="">
                                      <p:cBhvr>
                                        <p:cTn id="121" dur="150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287084 0.2556879 E" pathEditMode="relative" ptsTypes="">
                                      <p:cBhvr>
                                        <p:cTn id="123" dur="1500" spd="-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613811 0.2922149 E" pathEditMode="relative" ptsTypes="">
                                      <p:cBhvr>
                                        <p:cTn id="125" dur="1500" spd="-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29167E-6 -2.22222E-6 L -0.29401 0.32871 " pathEditMode="relative" rAng="0" ptsTypes="AA">
                                      <p:cBhvr>
                                        <p:cTn id="127" dur="1500" spd="-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435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64" presetClass="path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3267228 0.3677704 E" pathEditMode="relative" ptsTypes="">
                                      <p:cBhvr>
                                        <p:cTn id="129" dur="1500" spd="-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1200"/>
                  </p:stCondLst>
                  <p:childTnLst>
                    <p:animMotion origin="layout" path="M 2.5E-6 -0.03472 L 2.5E-6 -2.59259E-6 " pathEditMode="relative" rAng="0" ptsTypes="AA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7" grpId="0" animBg="1"/>
      <p:bldP spid="37" grpId="1" animBg="1"/>
      <p:bldP spid="38" grpId="0" animBg="1"/>
      <p:bldP spid="38" grpId="1" animBg="1"/>
      <p:bldP spid="66" grpId="0" animBg="1"/>
      <p:bldP spid="66" grpId="1" animBg="1"/>
      <p:bldP spid="121" grpId="0" animBg="1"/>
      <p:bldP spid="35" grpId="0" animBg="1"/>
      <p:bldP spid="35" grpId="1" animBg="1"/>
      <p:bldP spid="36" grpId="0" animBg="1"/>
      <p:bldP spid="36" grpId="1" animBg="1"/>
      <p:bldP spid="40" grpId="0" animBg="1"/>
      <p:bldP spid="40" grpId="1" animBg="1"/>
      <p:bldP spid="41" grpId="0" animBg="1"/>
      <p:bldP spid="41" grpId="1" animBg="1"/>
      <p:bldP spid="13" grpId="0" animBg="1"/>
      <p:bldP spid="33" grpId="0" animBg="1"/>
      <p:bldP spid="129" grpId="0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3A600-7862-1261-A2A1-034E7EDC5F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4DE4F-C3BC-007D-EF1F-8A400A10CB2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GB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24/03/2026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97045-F2C9-FC48-9295-31C1919A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B852D24-2048-6F09-D9F0-C75E04A2F8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100" y="2733964"/>
            <a:ext cx="4798014" cy="1390072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4400" b="1" i="0" baseline="0">
                <a:solidFill>
                  <a:schemeClr val="tx2"/>
                </a:solidFill>
                <a:latin typeface="Gotham Book"/>
              </a:defRPr>
            </a:lvl1pPr>
            <a:lvl2pPr marL="457200" indent="0" algn="ctr">
              <a:buFontTx/>
              <a:buNone/>
              <a:defRPr sz="4400">
                <a:solidFill>
                  <a:schemeClr val="tx2"/>
                </a:solidFill>
                <a:latin typeface="+mj-lt"/>
              </a:defRPr>
            </a:lvl2pPr>
            <a:lvl3pPr marL="914400" indent="0" algn="ctr">
              <a:buFontTx/>
              <a:buNone/>
              <a:defRPr sz="4400">
                <a:solidFill>
                  <a:schemeClr val="tx2"/>
                </a:solidFill>
                <a:latin typeface="+mj-lt"/>
              </a:defRPr>
            </a:lvl3pPr>
            <a:lvl4pPr marL="1371600" indent="0" algn="ctr">
              <a:buFontTx/>
              <a:buNone/>
              <a:defRPr sz="4400">
                <a:solidFill>
                  <a:schemeClr val="tx2"/>
                </a:solidFill>
                <a:latin typeface="+mj-lt"/>
              </a:defRPr>
            </a:lvl4pPr>
            <a:lvl5pPr marL="1828800" indent="0" algn="ctr">
              <a:buFontTx/>
              <a:buNone/>
              <a:defRPr sz="44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Agenda Title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D865F23-5DAD-7144-3906-23B0256A1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543898" y="4599753"/>
            <a:ext cx="668911" cy="1690987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FontTx/>
              <a:buNone/>
              <a:tabLst/>
            </a:pPr>
            <a:endParaRPr kumimoji="0" lang="en-US" sz="100" b="0" i="0" u="none" strike="noStrike" cap="none" spc="0" normalizeH="0" baseline="0" noProof="0">
              <a:ln>
                <a:noFill/>
              </a:ln>
              <a:solidFill>
                <a:srgbClr val="FFFFFF">
                  <a:alpha val="0"/>
                </a:srgbClr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C9C2217-4CFC-25EC-DA63-8712F58F9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956527" y="3491486"/>
            <a:ext cx="684155" cy="2157777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  <a:defRPr kumimoji="0" sz="1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endParaRPr lang="en-GB">
              <a:latin typeface="Gotham Book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0EDA2C1-FFE7-6894-FD8F-C50BF0AC7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819684" y="567262"/>
            <a:ext cx="668910" cy="1690987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FontTx/>
              <a:buNone/>
              <a:tabLst/>
            </a:pPr>
            <a:endParaRPr kumimoji="0" lang="en-US" sz="100" b="0" i="0" u="none" strike="noStrike" cap="none" spc="0" normalizeH="0" baseline="0" noProof="0">
              <a:ln>
                <a:noFill/>
              </a:ln>
              <a:solidFill>
                <a:srgbClr val="FFFFFF">
                  <a:alpha val="0"/>
                </a:srgbClr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103F671-8345-2357-3652-7FA124AF4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 flipH="1" flipV="1">
            <a:off x="391819" y="1208739"/>
            <a:ext cx="684153" cy="2157777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  <a:defRPr kumimoji="0" sz="1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endParaRPr lang="en-GB">
              <a:latin typeface="Gotham Book"/>
            </a:endParaRP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C5D3CAD-A58F-85CC-5577-5156C96582E6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032500" y="162718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tx2"/>
                </a:solidFill>
                <a:latin typeface="Gotham Book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DFC5834E-A3BC-6828-034C-89FD765ACEDC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032500" y="242411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tx2"/>
                </a:solidFill>
                <a:latin typeface="Gotham Book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5" name="Text Placeholder 37">
            <a:extLst>
              <a:ext uri="{FF2B5EF4-FFF2-40B4-BE49-F238E27FC236}">
                <a16:creationId xmlns:a16="http://schemas.microsoft.com/office/drawing/2014/main" id="{3157F0C1-B6FC-72BD-CA5B-1311A3971CB6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032500" y="322103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tx2"/>
                </a:solidFill>
                <a:latin typeface="Gotham Book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0044BEAE-C33F-CB1A-53E6-A17672D6A30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032500" y="401796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tx2"/>
                </a:solidFill>
                <a:latin typeface="Gotham Book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D7CE6FD3-B71D-C181-AF40-259A4DC70025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032500" y="481488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tx2"/>
                </a:solidFill>
                <a:latin typeface="Gotham Book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810397D2-C488-84C8-3A6A-A910F6380379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6032500" y="561181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tx2"/>
                </a:solidFill>
                <a:latin typeface="Gotham Book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F5CE08-CCD2-5631-5E5C-0549366B707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783614" y="162718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Gotham Book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F086F16D-D8C3-5108-DDA3-6DE3CF47DAD5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783614" y="242411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Gotham Book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733F1917-302D-A5BE-C1D5-B17CBA9FCB3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783614" y="322103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Gotham Book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B5DEE5E6-59FB-33F9-8980-0004276C0D4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6783614" y="401796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Gotham Book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694A4538-3017-9257-1896-BB231AD719C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783614" y="481488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Gotham Book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0417A4EF-B02C-2531-83C9-9CB7F8FEC52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783614" y="561181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Gotham Book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1A8D5C0A-62A1-A1BD-FC12-40AC23FD0347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 flipV="1">
            <a:off x="6026150" y="1524000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7">
            <a:extLst>
              <a:ext uri="{FF2B5EF4-FFF2-40B4-BE49-F238E27FC236}">
                <a16:creationId xmlns:a16="http://schemas.microsoft.com/office/drawing/2014/main" id="{4540FA9F-D2C3-C3B3-F06B-8A93911F161F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 flipV="1">
            <a:off x="6026150" y="2317396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8BAB9388-6C79-0B3A-D970-FCD1B3755E4B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 flipV="1">
            <a:off x="6026150" y="3110792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CE680E7-AB02-36CD-457F-DFF340B368F7}"/>
              </a:ext>
            </a:extLst>
          </p:cNvPr>
          <p:cNvSpPr>
            <a:spLocks noGrp="1"/>
          </p:cNvSpPr>
          <p:nvPr userDrawn="1">
            <p:ph type="body" sz="quarter" idx="28"/>
          </p:nvPr>
        </p:nvSpPr>
        <p:spPr>
          <a:xfrm flipV="1">
            <a:off x="6026150" y="3904188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7">
            <a:extLst>
              <a:ext uri="{FF2B5EF4-FFF2-40B4-BE49-F238E27FC236}">
                <a16:creationId xmlns:a16="http://schemas.microsoft.com/office/drawing/2014/main" id="{B21F9694-65DC-62B0-9986-AF2F72BF4651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 flipV="1">
            <a:off x="6026150" y="4697584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7">
            <a:extLst>
              <a:ext uri="{FF2B5EF4-FFF2-40B4-BE49-F238E27FC236}">
                <a16:creationId xmlns:a16="http://schemas.microsoft.com/office/drawing/2014/main" id="{0C916E77-D393-A9D7-F66A-3C30D0A6F66B}"/>
              </a:ext>
            </a:extLst>
          </p:cNvPr>
          <p:cNvSpPr>
            <a:spLocks noGrp="1"/>
          </p:cNvSpPr>
          <p:nvPr userDrawn="1">
            <p:ph type="body" sz="quarter" idx="30"/>
          </p:nvPr>
        </p:nvSpPr>
        <p:spPr>
          <a:xfrm flipV="1">
            <a:off x="6026150" y="5490980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E2208320-8DC6-96C5-E060-B21A416A640C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 flipV="1">
            <a:off x="6026150" y="6284375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3553C3DD-D812-51C7-EBCA-D68A5D458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B88F9EE7-5A85-8638-DA44-5ABF1E883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A4C7BA65-61FB-3828-9C57-9938D1BE3E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9995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9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0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0.03472 L 3.54167E-6 0 " pathEditMode="relative" rAng="0" ptsTypes="AA">
                                      <p:cBhvr>
                                        <p:cTn id="1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0"/>
                  </p:stCondLst>
                  <p:childTnLst>
                    <p:animMotion origin="layout" path="M 3.54167E-6 -0.03472 L 3.54167E-6 0 " pathEditMode="relative" rAng="0" ptsTypes="AA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38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0.01719 -0.00023 L -1.25E-6 1.85185E-6 " pathEditMode="relative" rAng="0" ptsTypes="AA">
                      <p:cBhvr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859" y="0"/>
                    </p:animMotion>
                  </p:childTnLst>
                </p:cTn>
              </p:par>
            </p:tnLst>
          </p:tmpl>
        </p:tmplLst>
      </p:bldP>
      <p:bldP spid="46" grpId="0">
        <p:tmplLst>
          <p:tmpl>
            <p:tnLst>
              <p:par>
                <p:cTn presetID="10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700"/>
                  </p:stCondLst>
                  <p:childTnLst>
                    <p:animMotion origin="layout" path="M -0.01719 -0.00023 L -1.25E-6 1.85185E-6 " pathEditMode="relative" rAng="0" ptsTypes="AA">
                      <p:cBhvr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859" y="0"/>
                    </p:animMotion>
                  </p:childTnLst>
                </p:cTn>
              </p:par>
            </p:tnLst>
          </p:tmpl>
        </p:tmplLst>
      </p:bldP>
      <p:bldP spid="45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900"/>
                  </p:stCondLst>
                  <p:childTnLst>
                    <p:animMotion origin="layout" path="M -0.01719 -0.00023 L -1.25E-6 1.85185E-6 " pathEditMode="relative" rAng="0" ptsTypes="AA">
                      <p:cBhvr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859" y="0"/>
                    </p:animMotion>
                  </p:childTnLst>
                </p:cTn>
              </p:par>
            </p:tnLst>
          </p:tmpl>
        </p:tmplLst>
      </p:bldP>
      <p:bldP spid="44" grpId="0">
        <p:tmplLst>
          <p:tmpl>
            <p:tnLst>
              <p:par>
                <p:cTn presetID="10" presetClass="entr" presetSubtype="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1100"/>
                  </p:stCondLst>
                  <p:childTnLst>
                    <p:animMotion origin="layout" path="M -0.01719 -0.00023 L -1.25E-6 1.85185E-6 " pathEditMode="relative" rAng="0" ptsTypes="AA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859" y="0"/>
                    </p:animMotion>
                  </p:childTnLst>
                </p:cTn>
              </p:par>
            </p:tnLst>
          </p:tmpl>
        </p:tmplLst>
      </p:bldP>
      <p:bldP spid="43" grpId="0">
        <p:tmplLst>
          <p:tmpl>
            <p:tnLst>
              <p:par>
                <p:cTn presetID="10" presetClass="entr" presetSubtype="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1300"/>
                  </p:stCondLst>
                  <p:childTnLst>
                    <p:animMotion origin="layout" path="M -0.01719 -0.00023 L -1.25E-6 1.85185E-6 " pathEditMode="relative" rAng="0" ptsTypes="AA">
                      <p:cBhvr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859" y="0"/>
                    </p:animMotion>
                  </p:childTnLst>
                </p:cTn>
              </p:par>
            </p:tnLst>
          </p:tmpl>
        </p:tmplLst>
      </p:bldP>
      <p:bldP spid="42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1500"/>
                  </p:stCondLst>
                  <p:childTnLst>
                    <p:animMotion origin="layout" path="M -0.01719 -0.00023 L -1.25E-6 1.85185E-6 " pathEditMode="relative" rAng="0" ptsTypes="AA">
                      <p:cBhvr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859" y="0"/>
                    </p:animMotion>
                  </p:childTnLst>
                </p:cTn>
              </p:par>
            </p:tnLst>
          </p:tmpl>
        </p:tmplLst>
      </p:bldP>
      <p:bldP spid="3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0.01719 -0.00023 L -1.25E-6 1.85185E-6 " pathEditMode="relative" rAng="0" ptsTypes="AA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859" y="0"/>
                    </p:animMotion>
                  </p:childTnLst>
                </p:cTn>
              </p:par>
            </p:tnLst>
          </p:tmpl>
        </p:tmplLst>
      </p:bldP>
      <p:bldP spid="32" grpId="0">
        <p:tmplLst>
          <p:tmpl>
            <p:tnLst>
              <p:par>
                <p:cTn presetID="10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700"/>
                  </p:stCondLst>
                  <p:childTnLst>
                    <p:animMotion origin="layout" path="M -0.01719 -0.00023 L -1.25E-6 1.85185E-6 " pathEditMode="relative" rAng="0" ptsTypes="AA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859" y="0"/>
                    </p:animMotion>
                  </p:childTnLst>
                </p:cTn>
              </p:par>
            </p:tnLst>
          </p:tmpl>
        </p:tmplLst>
      </p:bldP>
      <p:bldP spid="33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900"/>
                  </p:stCondLst>
                  <p:childTnLst>
                    <p:animMotion origin="layout" path="M -0.01719 -0.00023 L -1.25E-6 1.85185E-6 " pathEditMode="relative" rAng="0" ptsTypes="AA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859" y="0"/>
                    </p:animMotion>
                  </p:childTnLst>
                </p:cTn>
              </p:par>
            </p:tnLst>
          </p:tmpl>
        </p:tmplLst>
      </p:bldP>
      <p:bldP spid="34" grpId="0">
        <p:tmplLst>
          <p:tmpl>
            <p:tnLst>
              <p:par>
                <p:cTn presetID="10" presetClass="entr" presetSubtype="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1100"/>
                  </p:stCondLst>
                  <p:childTnLst>
                    <p:animMotion origin="layout" path="M -0.01719 -0.00023 L -1.25E-6 1.85185E-6 " pathEditMode="relative" rAng="0" ptsTypes="AA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859" y="0"/>
                    </p:animMotion>
                  </p:childTnLst>
                </p:cTn>
              </p:par>
            </p:tnLst>
          </p:tmpl>
        </p:tmplLst>
      </p:bldP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1300"/>
                  </p:stCondLst>
                  <p:childTnLst>
                    <p:animMotion origin="layout" path="M -0.01719 -0.00023 L -1.25E-6 1.85185E-6 " pathEditMode="relative" rAng="0" ptsTypes="AA">
                      <p:cBhvr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859" y="0"/>
                    </p:animMotion>
                  </p:childTnLst>
                </p:cTn>
              </p:par>
            </p:tnLst>
          </p:tmpl>
        </p:tmplLst>
      </p:bldP>
      <p:bldP spid="36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1500"/>
                  </p:stCondLst>
                  <p:childTnLst>
                    <p:animMotion origin="layout" path="M -0.01719 -0.00023 L -1.25E-6 1.85185E-6 " pathEditMode="relative" rAng="0" ptsTypes="AA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859" y="0"/>
                    </p:animMotion>
                  </p:childTnLst>
                </p:cTn>
              </p:par>
            </p:tnLst>
          </p:tmpl>
        </p:tmplLst>
      </p:bldP>
      <p:bldP spid="48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0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D5A5-FE3E-2160-684A-E6A98F62E9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176400" rIns="0" bIns="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Title, Use Font Size 28, Title Case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D0CE95-89EC-95E6-2690-5F3F082724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6100" y="1143000"/>
            <a:ext cx="11099800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>
                <a:latin typeface="Gotham Book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22ED0-34DB-2CAB-894B-1E7907C3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538976-C93B-4F0C-AE4A-3BD284E7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07CFC-F38E-4EE4-C6AD-B62650FA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73C39A-6FB2-626C-B711-F96FEBBB5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46800" cy="6858001"/>
          </a:xfrm>
          <a:prstGeom prst="rect">
            <a:avLst/>
          </a:prstGeom>
          <a:gradFill flip="none" rotWithShape="1">
            <a:gsLst>
              <a:gs pos="100000">
                <a:srgbClr val="2F2A95"/>
              </a:gs>
              <a:gs pos="0">
                <a:srgbClr val="00B2A9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A95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51B58981-2159-1AA1-695E-8F8B9C344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FE0A70A1-BEE8-1F7B-C7FC-1C7514692C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B130AAC8-DE99-DA56-70EF-5233EC260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8526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8432-F17A-0891-B39D-2FCAF031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08F7DFD-C55A-7C50-49C1-18FEBAA61E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1143000"/>
            <a:ext cx="11099799" cy="381001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>
                <a:latin typeface="Gotham Book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>
              <a:buFontTx/>
              <a:buNone/>
            </a:pPr>
            <a:r>
              <a:rPr lang="en-US"/>
              <a:t>Click to add subtitle, use font size 18, sentence case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5EB5D1D4-76C4-135C-702C-458E7E26FEC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461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</a:t>
            </a:r>
            <a:br>
              <a:rPr lang="en-US"/>
            </a:br>
            <a:r>
              <a:rPr lang="en-US"/>
              <a:t>select the ‘Keep </a:t>
            </a:r>
            <a:br>
              <a:rPr lang="en-US"/>
            </a:br>
            <a:r>
              <a:rPr lang="en-US"/>
              <a:t>Text Only’ option.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0DC19C9A-F6D3-FF60-7DFA-8F060BA40F1D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3528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</a:t>
            </a:r>
            <a:br>
              <a:rPr lang="en-US"/>
            </a:br>
            <a:r>
              <a:rPr lang="en-US"/>
              <a:t>select the ‘Keep </a:t>
            </a:r>
            <a:br>
              <a:rPr lang="en-US"/>
            </a:br>
            <a:r>
              <a:rPr lang="en-US"/>
              <a:t>Text Only’ option.</a:t>
            </a:r>
          </a:p>
        </p:txBody>
      </p:sp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CDA20B33-282D-E1A8-107F-F67672993C71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1595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</a:t>
            </a:r>
            <a:br>
              <a:rPr lang="en-US"/>
            </a:br>
            <a:r>
              <a:rPr lang="en-US"/>
              <a:t>select the ‘Keep </a:t>
            </a:r>
            <a:br>
              <a:rPr lang="en-US"/>
            </a:br>
            <a:r>
              <a:rPr lang="en-US"/>
              <a:t>Text Only’ option.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53C791ED-08CF-B7DA-7F4A-53CB1BEB2BF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966199" y="1649413"/>
            <a:ext cx="2679701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</a:t>
            </a:r>
            <a:br>
              <a:rPr lang="en-US"/>
            </a:br>
            <a:r>
              <a:rPr lang="en-US"/>
              <a:t>select the ‘Keep </a:t>
            </a:r>
            <a:br>
              <a:rPr lang="en-US"/>
            </a:br>
            <a:r>
              <a:rPr lang="en-US"/>
              <a:t>Text Only’ option.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884DE-4818-51FE-42F0-5E3E0E26CC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F33CA-E4C6-74FC-102E-3E7170DCB4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984476-DB18-6EFC-CFFF-7DC3D02F44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FCCF9C-82BF-1A94-97B0-C29C75275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46800" cy="6858001"/>
          </a:xfrm>
          <a:prstGeom prst="rect">
            <a:avLst/>
          </a:prstGeom>
          <a:gradFill flip="none" rotWithShape="1">
            <a:gsLst>
              <a:gs pos="100000">
                <a:srgbClr val="2F2A95"/>
              </a:gs>
              <a:gs pos="0">
                <a:srgbClr val="00B2A9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A95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9C48FC81-BD1A-E7A9-ADDC-30F81F6EF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9DF34A2E-B7C5-B6F6-58AA-7500F28EBF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FAF0446C-7498-8B5D-2C7E-3CF348395C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322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10410E3-2E05-8E15-231D-2E0A556225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6100" y="1535054"/>
            <a:ext cx="5486400" cy="2306696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sz="2000" b="1">
                <a:solidFill>
                  <a:schemeClr val="accent4"/>
                </a:solidFill>
                <a:latin typeface="Gotham Book"/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quote, use font size 20, sentence case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D9F86920-BC32-7706-32FF-8247600998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3967163"/>
            <a:ext cx="5486400" cy="383864"/>
          </a:xfrm>
        </p:spPr>
        <p:txBody>
          <a:bodyPr l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Verdana" panose="020B0602030504020204" pitchFamily="34" charset="0"/>
              <a:buNone/>
              <a:defRPr sz="2000" b="1">
                <a:solidFill>
                  <a:schemeClr val="tx1"/>
                </a:solidFill>
                <a:latin typeface="Gotham Book"/>
              </a:defRPr>
            </a:lvl1pPr>
            <a:lvl2pPr>
              <a:defRPr/>
            </a:lvl2pPr>
          </a:lstStyle>
          <a:p>
            <a:pPr lvl="0"/>
            <a:r>
              <a:rPr lang="en-US"/>
              <a:t>Add name here, Use Font Size 20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EDF5267-6EC5-2B94-99C9-E08682F032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101" y="4477027"/>
            <a:ext cx="5486400" cy="180947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Add Job Title Here, Use Font Size 16, Title Case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264C483-C645-5E7F-EFF5-992777882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842666" y="3266987"/>
            <a:ext cx="1152358" cy="2913134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4">
                    <a:alpha val="30000"/>
                  </a:schemeClr>
                </a:gs>
                <a:gs pos="100000">
                  <a:schemeClr val="accent4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CEE7642-7909-D90B-8143-34DAC95C2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48618" y="1540541"/>
            <a:ext cx="792518" cy="2477701"/>
          </a:xfrm>
          <a:custGeom>
            <a:avLst/>
            <a:gdLst>
              <a:gd name="connsiteX0" fmla="*/ 0 w 792518"/>
              <a:gd name="connsiteY0" fmla="*/ 0 h 2477701"/>
              <a:gd name="connsiteX1" fmla="*/ 792518 w 792518"/>
              <a:gd name="connsiteY1" fmla="*/ 393250 h 2477701"/>
              <a:gd name="connsiteX2" fmla="*/ 792518 w 792518"/>
              <a:gd name="connsiteY2" fmla="*/ 2477701 h 2477701"/>
              <a:gd name="connsiteX3" fmla="*/ 0 w 792518"/>
              <a:gd name="connsiteY3" fmla="*/ 2084451 h 247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2518" h="2477701">
                <a:moveTo>
                  <a:pt x="0" y="0"/>
                </a:moveTo>
                <a:lnTo>
                  <a:pt x="792518" y="393250"/>
                </a:lnTo>
                <a:lnTo>
                  <a:pt x="792518" y="2477701"/>
                </a:lnTo>
                <a:lnTo>
                  <a:pt x="0" y="208445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D96B6EE-7991-F35C-13AF-6C1E27A6C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489573" y="863906"/>
            <a:ext cx="1152358" cy="2913134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4">
                    <a:alpha val="30000"/>
                  </a:schemeClr>
                </a:gs>
                <a:gs pos="100000">
                  <a:schemeClr val="accent4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3B1E8CF-D9BE-4C10-89CD-694F1CB6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055203" y="1894579"/>
            <a:ext cx="594266" cy="2252051"/>
          </a:xfrm>
          <a:custGeom>
            <a:avLst/>
            <a:gdLst>
              <a:gd name="connsiteX0" fmla="*/ 0 w 594266"/>
              <a:gd name="connsiteY0" fmla="*/ 0 h 2252051"/>
              <a:gd name="connsiteX1" fmla="*/ 594266 w 594266"/>
              <a:gd name="connsiteY1" fmla="*/ 294877 h 2252051"/>
              <a:gd name="connsiteX2" fmla="*/ 594266 w 594266"/>
              <a:gd name="connsiteY2" fmla="*/ 747877 h 2252051"/>
              <a:gd name="connsiteX3" fmla="*/ 594266 w 594266"/>
              <a:gd name="connsiteY3" fmla="*/ 1799051 h 2252051"/>
              <a:gd name="connsiteX4" fmla="*/ 594266 w 594266"/>
              <a:gd name="connsiteY4" fmla="*/ 2252051 h 2252051"/>
              <a:gd name="connsiteX5" fmla="*/ 0 w 594266"/>
              <a:gd name="connsiteY5" fmla="*/ 1957174 h 2252051"/>
              <a:gd name="connsiteX6" fmla="*/ 0 w 594266"/>
              <a:gd name="connsiteY6" fmla="*/ 1504174 h 2252051"/>
              <a:gd name="connsiteX7" fmla="*/ 0 w 594266"/>
              <a:gd name="connsiteY7" fmla="*/ 453000 h 22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4266" h="2252051">
                <a:moveTo>
                  <a:pt x="0" y="0"/>
                </a:moveTo>
                <a:lnTo>
                  <a:pt x="594266" y="294877"/>
                </a:lnTo>
                <a:lnTo>
                  <a:pt x="594266" y="747877"/>
                </a:lnTo>
                <a:lnTo>
                  <a:pt x="594266" y="1799051"/>
                </a:lnTo>
                <a:lnTo>
                  <a:pt x="594266" y="2252051"/>
                </a:lnTo>
                <a:lnTo>
                  <a:pt x="0" y="1957174"/>
                </a:lnTo>
                <a:lnTo>
                  <a:pt x="0" y="1504174"/>
                </a:lnTo>
                <a:lnTo>
                  <a:pt x="0" y="45300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4">
                    <a:alpha val="30000"/>
                  </a:schemeClr>
                </a:gs>
                <a:gs pos="100000">
                  <a:schemeClr val="accent4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1D382A5-D297-2172-10D7-B3211F5D2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66109" y="3282189"/>
            <a:ext cx="280587" cy="1063324"/>
          </a:xfrm>
          <a:custGeom>
            <a:avLst/>
            <a:gdLst>
              <a:gd name="connsiteX0" fmla="*/ 0 w 594266"/>
              <a:gd name="connsiteY0" fmla="*/ 0 h 2252051"/>
              <a:gd name="connsiteX1" fmla="*/ 594266 w 594266"/>
              <a:gd name="connsiteY1" fmla="*/ 294877 h 2252051"/>
              <a:gd name="connsiteX2" fmla="*/ 594266 w 594266"/>
              <a:gd name="connsiteY2" fmla="*/ 747877 h 2252051"/>
              <a:gd name="connsiteX3" fmla="*/ 594266 w 594266"/>
              <a:gd name="connsiteY3" fmla="*/ 1799051 h 2252051"/>
              <a:gd name="connsiteX4" fmla="*/ 594266 w 594266"/>
              <a:gd name="connsiteY4" fmla="*/ 2252051 h 2252051"/>
              <a:gd name="connsiteX5" fmla="*/ 0 w 594266"/>
              <a:gd name="connsiteY5" fmla="*/ 1957174 h 2252051"/>
              <a:gd name="connsiteX6" fmla="*/ 0 w 594266"/>
              <a:gd name="connsiteY6" fmla="*/ 1504174 h 2252051"/>
              <a:gd name="connsiteX7" fmla="*/ 0 w 594266"/>
              <a:gd name="connsiteY7" fmla="*/ 453000 h 22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4266" h="2252051">
                <a:moveTo>
                  <a:pt x="0" y="0"/>
                </a:moveTo>
                <a:lnTo>
                  <a:pt x="594266" y="294877"/>
                </a:lnTo>
                <a:lnTo>
                  <a:pt x="594266" y="747877"/>
                </a:lnTo>
                <a:lnTo>
                  <a:pt x="594266" y="1799051"/>
                </a:lnTo>
                <a:lnTo>
                  <a:pt x="594266" y="2252051"/>
                </a:lnTo>
                <a:lnTo>
                  <a:pt x="0" y="1957174"/>
                </a:lnTo>
                <a:lnTo>
                  <a:pt x="0" y="1504174"/>
                </a:lnTo>
                <a:lnTo>
                  <a:pt x="0" y="45300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4">
                    <a:alpha val="30000"/>
                  </a:schemeClr>
                </a:gs>
                <a:gs pos="100000">
                  <a:schemeClr val="accent4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2F6D961-F6BB-6F53-6225-FC3F5E6FEE81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105039" y="1915436"/>
            <a:ext cx="3005021" cy="3027128"/>
          </a:xfrm>
          <a:prstGeom prst="ellipse">
            <a:avLst/>
          </a:pr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108000" rIns="72000" anchor="ctr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D6EEFFD-7435-4311-196A-430BFF7DA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0863" y="387350"/>
            <a:ext cx="594266" cy="1470543"/>
          </a:xfrm>
          <a:custGeom>
            <a:avLst/>
            <a:gdLst>
              <a:gd name="connsiteX0" fmla="*/ 0 w 594266"/>
              <a:gd name="connsiteY0" fmla="*/ 0 h 1470543"/>
              <a:gd name="connsiteX1" fmla="*/ 594266 w 594266"/>
              <a:gd name="connsiteY1" fmla="*/ 294877 h 1470543"/>
              <a:gd name="connsiteX2" fmla="*/ 594266 w 594266"/>
              <a:gd name="connsiteY2" fmla="*/ 1470543 h 1470543"/>
              <a:gd name="connsiteX3" fmla="*/ 0 w 594266"/>
              <a:gd name="connsiteY3" fmla="*/ 1175666 h 147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266" h="1470543">
                <a:moveTo>
                  <a:pt x="0" y="0"/>
                </a:moveTo>
                <a:lnTo>
                  <a:pt x="594266" y="294877"/>
                </a:lnTo>
                <a:lnTo>
                  <a:pt x="594266" y="1470543"/>
                </a:lnTo>
                <a:lnTo>
                  <a:pt x="0" y="117566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4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25A9052-56DE-4C67-C703-CF3564650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12863" y="387350"/>
            <a:ext cx="594266" cy="1470543"/>
          </a:xfrm>
          <a:custGeom>
            <a:avLst/>
            <a:gdLst>
              <a:gd name="connsiteX0" fmla="*/ 0 w 594266"/>
              <a:gd name="connsiteY0" fmla="*/ 0 h 1470543"/>
              <a:gd name="connsiteX1" fmla="*/ 594266 w 594266"/>
              <a:gd name="connsiteY1" fmla="*/ 294877 h 1470543"/>
              <a:gd name="connsiteX2" fmla="*/ 594266 w 594266"/>
              <a:gd name="connsiteY2" fmla="*/ 1470543 h 1470543"/>
              <a:gd name="connsiteX3" fmla="*/ 0 w 594266"/>
              <a:gd name="connsiteY3" fmla="*/ 1175666 h 147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266" h="1470543">
                <a:moveTo>
                  <a:pt x="0" y="0"/>
                </a:moveTo>
                <a:lnTo>
                  <a:pt x="594266" y="294877"/>
                </a:lnTo>
                <a:lnTo>
                  <a:pt x="594266" y="1470543"/>
                </a:lnTo>
                <a:lnTo>
                  <a:pt x="0" y="117566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4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277C5-B8F9-C666-5D6D-A5A7C28F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41641" y="2997378"/>
            <a:ext cx="794338" cy="2505291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r>
              <a:rPr lang="en-US"/>
              <a:t>cc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073E30D-1AE7-4F81-1DDA-772C67B40AE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9A9BC-90C2-C963-3FC8-FA400A67F5A4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0F3AFE1-A6C1-1C01-9BE5-A5158F44EB8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0D9CC4-82C6-9AA2-D20C-7D1313C9A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46800" cy="6858001"/>
          </a:xfrm>
          <a:prstGeom prst="rect">
            <a:avLst/>
          </a:prstGeom>
          <a:gradFill flip="none" rotWithShape="1">
            <a:gsLst>
              <a:gs pos="100000">
                <a:srgbClr val="2F2A95"/>
              </a:gs>
              <a:gs pos="0">
                <a:srgbClr val="00B2A9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A95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DACB0EC8-5048-AC52-95D1-B84BEFF70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00F3E7D1-A88C-C8BA-8762-6864991744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AF5885BF-3E7E-BE5F-DB43-41F821AE7C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7790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1.48148E-6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1.48148E-6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750" fill="hold"/>
                                        <p:tgtEl>
                                          <p:spTgt spid="22"/>
                                        </p:tgtEl>
                                      </p:cBhvr>
                                      <p:by x="9999000" y="9999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10" fill="hold"/>
                                        <p:tgtEl>
                                          <p:spTgt spid="22"/>
                                        </p:tgtEl>
                                      </p:cBhvr>
                                      <p:by x="1000" y="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1"/>
      <p:bldP spid="13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1"/>
      <p:bldP spid="15" grpId="0" animBg="1"/>
      <p:bldP spid="17" grpId="0" animBg="1"/>
      <p:bldP spid="4" grpId="0" animBg="1"/>
      <p:bldP spid="6" grpId="0" animBg="1"/>
      <p:bldP spid="16" grpId="0" animBg="1"/>
      <p:bldP spid="22" grpId="0" animBg="1"/>
      <p:bldP spid="22" grpId="1" animBg="1"/>
      <p:bldP spid="22" grpId="2" animBg="1"/>
      <p:bldP spid="31" grpId="0" animBg="1"/>
      <p:bldP spid="30" grpId="0" animBg="1"/>
      <p:bldP spid="5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62BD-4213-CC26-037F-124C93A00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E1EC7D8-1702-47D3-3E76-6073B3B80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1143000"/>
            <a:ext cx="11099799" cy="381001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>
                <a:latin typeface="Gotham Book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>
              <a:buFontTx/>
              <a:buNone/>
            </a:pPr>
            <a:r>
              <a:rPr lang="en-US"/>
              <a:t>Click to add subtitle, use font size 18, sentence case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93B37E-EF0B-F4D7-8555-765DDCEEA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649413"/>
            <a:ext cx="40767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text. Please </a:t>
            </a:r>
            <a:br>
              <a:rPr lang="en-US"/>
            </a:br>
            <a:r>
              <a:rPr lang="en-US"/>
              <a:t>ensure content remains within the text box. Placeholder text will not show in presentations unless edited.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E2DDAF-9E6F-C6DE-7FEE-4D4746895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429" t="8712" r="5429" b="8712"/>
          <a:stretch/>
        </p:blipFill>
        <p:spPr>
          <a:xfrm>
            <a:off x="4715436" y="1753534"/>
            <a:ext cx="6968564" cy="430343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0782D8E-80C3-D0D0-9E0D-CEA146D08BD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62600" y="2266950"/>
            <a:ext cx="5295900" cy="3309938"/>
          </a:xfrm>
          <a:prstGeom prst="round2SameRect">
            <a:avLst>
              <a:gd name="adj1" fmla="val 1822"/>
              <a:gd name="adj2" fmla="val 0"/>
            </a:avLst>
          </a:pr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360000" tIns="432000" rIns="360000" anchor="t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E0209E-58FE-65A9-A756-1EFB127AEF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01A56-91AC-E9BB-5AC3-0E78DD8A2D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8B26E-FDE5-346C-3B2D-042F602F4C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3D19-966B-2800-94F2-6C8AC58B4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46800" cy="6858001"/>
          </a:xfrm>
          <a:prstGeom prst="rect">
            <a:avLst/>
          </a:prstGeom>
          <a:gradFill flip="none" rotWithShape="1">
            <a:gsLst>
              <a:gs pos="100000">
                <a:srgbClr val="2F2A95"/>
              </a:gs>
              <a:gs pos="0">
                <a:srgbClr val="00B2A9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A95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535E36B6-542A-1CFD-7F14-45C52D87D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624810DE-AD98-85B8-4CD6-1EDC729A15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E0A57F4B-28EC-BAA9-C8B9-030B341858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Gotham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4506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(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BAC482D-C226-150D-F9ED-296CB65EB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524001"/>
            <a:ext cx="5486400" cy="2317750"/>
          </a:xfrm>
        </p:spPr>
        <p:txBody>
          <a:bodyPr tIns="0" anchor="b" anchorCtr="0">
            <a:normAutofit/>
          </a:bodyPr>
          <a:lstStyle>
            <a:lvl1pPr>
              <a:defRPr sz="4400">
                <a:solidFill>
                  <a:schemeClr val="accent4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B428791-4878-48B9-0BCA-757F793DFFB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46100" y="3967163"/>
            <a:ext cx="5486400" cy="1222375"/>
          </a:xfrm>
        </p:spPr>
        <p:txBody>
          <a:bodyPr lIns="0" tIns="0" rIns="0" bIns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Verdana" panose="020B0602030504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Verdana" panose="020B0604020202020204" pitchFamily="34" charset="0"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B0602030504020204" pitchFamily="34" charset="0"/>
              <a:buNone/>
            </a:pPr>
            <a:r>
              <a:rPr lang="en-US"/>
              <a:t>Click to add subtitle, use font size 18,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20F6BA9-3F42-B62D-4399-F81E1CEF2A0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051072" y="-507998"/>
            <a:ext cx="3576255" cy="8052777"/>
          </a:xfrm>
          <a:custGeom>
            <a:avLst/>
            <a:gdLst>
              <a:gd name="connsiteX0" fmla="*/ 0 w 3576255"/>
              <a:gd name="connsiteY0" fmla="*/ 0 h 8052777"/>
              <a:gd name="connsiteX1" fmla="*/ 3576255 w 3576255"/>
              <a:gd name="connsiteY1" fmla="*/ 1774552 h 8052777"/>
              <a:gd name="connsiteX2" fmla="*/ 3576255 w 3576255"/>
              <a:gd name="connsiteY2" fmla="*/ 8052777 h 8052777"/>
              <a:gd name="connsiteX3" fmla="*/ 0 w 3576255"/>
              <a:gd name="connsiteY3" fmla="*/ 6278225 h 805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6255" h="8052777">
                <a:moveTo>
                  <a:pt x="0" y="0"/>
                </a:moveTo>
                <a:lnTo>
                  <a:pt x="3576255" y="1774552"/>
                </a:lnTo>
                <a:lnTo>
                  <a:pt x="3576255" y="8052777"/>
                </a:lnTo>
                <a:lnTo>
                  <a:pt x="0" y="6278225"/>
                </a:lnTo>
                <a:close/>
              </a:path>
            </a:pathLst>
          </a:cu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wrap="square" lIns="360000" tIns="2556000" rIns="36000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B97B7E6-79FF-1035-79D6-97D4BA113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70353" y="4635500"/>
            <a:ext cx="557347" cy="1651000"/>
          </a:xfrm>
          <a:custGeom>
            <a:avLst/>
            <a:gdLst>
              <a:gd name="connsiteX0" fmla="*/ 0 w 3030784"/>
              <a:gd name="connsiteY0" fmla="*/ 0 h 8977922"/>
              <a:gd name="connsiteX1" fmla="*/ 3030784 w 3030784"/>
              <a:gd name="connsiteY1" fmla="*/ 1503885 h 8977922"/>
              <a:gd name="connsiteX2" fmla="*/ 3030784 w 3030784"/>
              <a:gd name="connsiteY2" fmla="*/ 8977922 h 8977922"/>
              <a:gd name="connsiteX3" fmla="*/ 0 w 3030784"/>
              <a:gd name="connsiteY3" fmla="*/ 7474037 h 897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0784" h="8977922">
                <a:moveTo>
                  <a:pt x="0" y="0"/>
                </a:moveTo>
                <a:lnTo>
                  <a:pt x="3030784" y="1503885"/>
                </a:lnTo>
                <a:lnTo>
                  <a:pt x="3030784" y="8977922"/>
                </a:lnTo>
                <a:lnTo>
                  <a:pt x="0" y="7474037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4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09BB291-4B51-DA63-86CC-144EE9284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06220" y="4470400"/>
            <a:ext cx="539680" cy="1816100"/>
          </a:xfrm>
          <a:custGeom>
            <a:avLst/>
            <a:gdLst>
              <a:gd name="connsiteX0" fmla="*/ 0 w 701962"/>
              <a:gd name="connsiteY0" fmla="*/ 0 h 2362201"/>
              <a:gd name="connsiteX1" fmla="*/ 701962 w 701962"/>
              <a:gd name="connsiteY1" fmla="*/ 348316 h 2362201"/>
              <a:gd name="connsiteX2" fmla="*/ 701962 w 701962"/>
              <a:gd name="connsiteY2" fmla="*/ 780116 h 2362201"/>
              <a:gd name="connsiteX3" fmla="*/ 701962 w 701962"/>
              <a:gd name="connsiteY3" fmla="*/ 1930401 h 2362201"/>
              <a:gd name="connsiteX4" fmla="*/ 701962 w 701962"/>
              <a:gd name="connsiteY4" fmla="*/ 2362201 h 2362201"/>
              <a:gd name="connsiteX5" fmla="*/ 0 w 701962"/>
              <a:gd name="connsiteY5" fmla="*/ 2013886 h 2362201"/>
              <a:gd name="connsiteX6" fmla="*/ 0 w 701962"/>
              <a:gd name="connsiteY6" fmla="*/ 1582086 h 2362201"/>
              <a:gd name="connsiteX7" fmla="*/ 0 w 701962"/>
              <a:gd name="connsiteY7" fmla="*/ 431800 h 2362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962" h="2362201">
                <a:moveTo>
                  <a:pt x="0" y="0"/>
                </a:moveTo>
                <a:lnTo>
                  <a:pt x="701962" y="348316"/>
                </a:lnTo>
                <a:lnTo>
                  <a:pt x="701962" y="780116"/>
                </a:lnTo>
                <a:lnTo>
                  <a:pt x="701962" y="1930401"/>
                </a:lnTo>
                <a:lnTo>
                  <a:pt x="701962" y="2362201"/>
                </a:lnTo>
                <a:lnTo>
                  <a:pt x="0" y="2013886"/>
                </a:lnTo>
                <a:lnTo>
                  <a:pt x="0" y="1582086"/>
                </a:lnTo>
                <a:lnTo>
                  <a:pt x="0" y="431800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0"/>
                </a:srgbClr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4DB4D9DB-D366-2538-B48B-36DCBB68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75900" y="698500"/>
            <a:ext cx="557347" cy="1651000"/>
          </a:xfrm>
          <a:custGeom>
            <a:avLst/>
            <a:gdLst>
              <a:gd name="connsiteX0" fmla="*/ 0 w 557347"/>
              <a:gd name="connsiteY0" fmla="*/ 0 h 1651000"/>
              <a:gd name="connsiteX1" fmla="*/ 557347 w 557347"/>
              <a:gd name="connsiteY1" fmla="*/ 276558 h 1651000"/>
              <a:gd name="connsiteX2" fmla="*/ 557347 w 557347"/>
              <a:gd name="connsiteY2" fmla="*/ 1651000 h 1651000"/>
              <a:gd name="connsiteX3" fmla="*/ 0 w 557347"/>
              <a:gd name="connsiteY3" fmla="*/ 1374442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347" h="1651000">
                <a:moveTo>
                  <a:pt x="0" y="0"/>
                </a:moveTo>
                <a:lnTo>
                  <a:pt x="557347" y="276558"/>
                </a:lnTo>
                <a:lnTo>
                  <a:pt x="557347" y="1651000"/>
                </a:lnTo>
                <a:lnTo>
                  <a:pt x="0" y="137444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buFontTx/>
              <a:buNone/>
              <a:defRPr kumimoji="0" lang="en-US" sz="100" b="0" i="0" u="none" strike="noStrike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Gotham Book"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8005CB4-E4F8-2AB3-56A2-7D9C9C29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19332" y="2298700"/>
            <a:ext cx="539680" cy="1816100"/>
          </a:xfrm>
          <a:custGeom>
            <a:avLst/>
            <a:gdLst>
              <a:gd name="connsiteX0" fmla="*/ 0 w 539680"/>
              <a:gd name="connsiteY0" fmla="*/ 0 h 1816100"/>
              <a:gd name="connsiteX1" fmla="*/ 539680 w 539680"/>
              <a:gd name="connsiteY1" fmla="*/ 267791 h 1816100"/>
              <a:gd name="connsiteX2" fmla="*/ 539680 w 539680"/>
              <a:gd name="connsiteY2" fmla="*/ 599767 h 1816100"/>
              <a:gd name="connsiteX3" fmla="*/ 539680 w 539680"/>
              <a:gd name="connsiteY3" fmla="*/ 1484125 h 1816100"/>
              <a:gd name="connsiteX4" fmla="*/ 539680 w 539680"/>
              <a:gd name="connsiteY4" fmla="*/ 1816100 h 1816100"/>
              <a:gd name="connsiteX5" fmla="*/ 0 w 539680"/>
              <a:gd name="connsiteY5" fmla="*/ 1548310 h 1816100"/>
              <a:gd name="connsiteX6" fmla="*/ 0 w 539680"/>
              <a:gd name="connsiteY6" fmla="*/ 1216335 h 1816100"/>
              <a:gd name="connsiteX7" fmla="*/ 0 w 539680"/>
              <a:gd name="connsiteY7" fmla="*/ 331975 h 18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9680" h="1816100">
                <a:moveTo>
                  <a:pt x="0" y="0"/>
                </a:moveTo>
                <a:lnTo>
                  <a:pt x="539680" y="267791"/>
                </a:lnTo>
                <a:lnTo>
                  <a:pt x="539680" y="599767"/>
                </a:lnTo>
                <a:lnTo>
                  <a:pt x="539680" y="1484125"/>
                </a:lnTo>
                <a:lnTo>
                  <a:pt x="539680" y="1816100"/>
                </a:lnTo>
                <a:lnTo>
                  <a:pt x="0" y="1548310"/>
                </a:lnTo>
                <a:lnTo>
                  <a:pt x="0" y="1216335"/>
                </a:lnTo>
                <a:lnTo>
                  <a:pt x="0" y="331975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buFontTx/>
              <a:buNone/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r>
              <a:rPr lang="en-US"/>
              <a:t>hi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44F20-0F5A-DCA7-0A80-A01B2617AE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3DF0C-9FFC-222C-495F-F976BBFD363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7ED08-974B-8751-2821-4721403F57C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356F668-019C-4279-A19C-E4072A98EF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977" y="459740"/>
            <a:ext cx="2219325" cy="59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11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0.03889 L -1.66667E-6 -3.703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2.59259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2.59259E-6 " pathEditMode="relative" rAng="0" ptsTypes="AA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9" grpId="0" animBg="1"/>
      <p:bldP spid="18" grpId="0" animBg="1"/>
      <p:bldP spid="19" grpId="0" animBg="1"/>
      <p:bldP spid="3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01E4783-E28F-6DAC-9820-B8921415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custGeom>
            <a:avLst/>
            <a:gdLst>
              <a:gd name="connsiteX0" fmla="*/ 0 w 12192000"/>
              <a:gd name="connsiteY0" fmla="*/ 0 h 6858001"/>
              <a:gd name="connsiteX1" fmla="*/ 5154384 w 12192000"/>
              <a:gd name="connsiteY1" fmla="*/ 0 h 6858001"/>
              <a:gd name="connsiteX2" fmla="*/ 12192000 w 12192000"/>
              <a:gd name="connsiteY2" fmla="*/ 3506141 h 6858001"/>
              <a:gd name="connsiteX3" fmla="*/ 12192000 w 12192000"/>
              <a:gd name="connsiteY3" fmla="*/ 6858001 h 6858001"/>
              <a:gd name="connsiteX4" fmla="*/ 6882103 w 12192000"/>
              <a:gd name="connsiteY4" fmla="*/ 6858001 h 6858001"/>
              <a:gd name="connsiteX5" fmla="*/ 0 w 12192000"/>
              <a:gd name="connsiteY5" fmla="*/ 342933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1">
                <a:moveTo>
                  <a:pt x="0" y="0"/>
                </a:moveTo>
                <a:lnTo>
                  <a:pt x="5154384" y="0"/>
                </a:lnTo>
                <a:lnTo>
                  <a:pt x="12192000" y="3506141"/>
                </a:lnTo>
                <a:lnTo>
                  <a:pt x="12192000" y="6858001"/>
                </a:lnTo>
                <a:lnTo>
                  <a:pt x="6882103" y="6858001"/>
                </a:lnTo>
                <a:lnTo>
                  <a:pt x="0" y="3429337"/>
                </a:lnTo>
                <a:close/>
              </a:path>
            </a:pathLst>
          </a:custGeom>
          <a:gradFill>
            <a:gsLst>
              <a:gs pos="98165">
                <a:schemeClr val="bg2">
                  <a:lumMod val="90000"/>
                </a:schemeClr>
              </a:gs>
              <a:gs pos="0">
                <a:srgbClr val="FFFFFF"/>
              </a:gs>
              <a:gs pos="62000">
                <a:schemeClr val="bg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/>
            <a:endParaRPr lang="en-US" noProof="0">
              <a:solidFill>
                <a:schemeClr val="lt1"/>
              </a:solidFill>
              <a:latin typeface="Gotham Book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BAC482D-C226-150D-F9ED-296CB65EBBC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352800" y="2744788"/>
            <a:ext cx="5486400" cy="1096962"/>
          </a:xfrm>
        </p:spPr>
        <p:txBody>
          <a:bodyPr tIns="0" bIns="0" anchor="b" anchorCtr="0">
            <a:normAutofit/>
          </a:bodyPr>
          <a:lstStyle>
            <a:lvl1pPr algn="ctr">
              <a:defRPr sz="4400">
                <a:solidFill>
                  <a:schemeClr val="accent4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B428791-4878-48B9-0BCA-757F793DFFB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65500" y="3967162"/>
            <a:ext cx="5461000" cy="1096963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Verdana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356F668-019C-4279-A19C-E4072A98EF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024438" y="1917866"/>
            <a:ext cx="2143123" cy="571499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19C6896-274D-1FB1-B62B-24216F0EC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3477" y="-160680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63000">
                  <a:schemeClr val="tx2">
                    <a:alpha val="30000"/>
                  </a:schemeClr>
                </a:gs>
                <a:gs pos="0">
                  <a:schemeClr val="accent2">
                    <a:alpha val="48000"/>
                  </a:schemeClr>
                </a:gs>
                <a:gs pos="100000">
                  <a:srgbClr val="2F2A95">
                    <a:alpha val="7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2E9CA3E-D61D-15B2-22FE-BA718041C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90023" y="-137286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63000">
                  <a:schemeClr val="tx2">
                    <a:alpha val="30000"/>
                  </a:schemeClr>
                </a:gs>
                <a:gs pos="0">
                  <a:schemeClr val="accent2">
                    <a:alpha val="48000"/>
                  </a:schemeClr>
                </a:gs>
                <a:gs pos="100000">
                  <a:srgbClr val="2F2A95">
                    <a:alpha val="7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B0A1DA3-F3B8-8368-D6D1-77C86A4E2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06565" y="-113892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63000">
                  <a:schemeClr val="tx2">
                    <a:alpha val="30000"/>
                  </a:schemeClr>
                </a:gs>
                <a:gs pos="0">
                  <a:schemeClr val="accent2">
                    <a:alpha val="48000"/>
                  </a:schemeClr>
                </a:gs>
                <a:gs pos="100000">
                  <a:srgbClr val="2F2A95">
                    <a:alpha val="7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719975A-2BBA-3DEB-7081-2A087F6B1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23107" y="-90498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DE4E24E-1EA3-7B77-0E76-E3ACA0784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39649" y="-67104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35000"/>
                </a:srgbClr>
              </a:gs>
              <a:gs pos="100000">
                <a:srgbClr val="2F2A95">
                  <a:alpha val="56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>
                    <a:alpha val="20000"/>
                  </a:srgbClr>
                </a:gs>
                <a:gs pos="99000">
                  <a:srgbClr val="2F2A95">
                    <a:alpha val="5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4629407-6644-92E0-1503-A5C9865CD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2740118" y="-437107"/>
            <a:ext cx="784673" cy="2567726"/>
          </a:xfrm>
          <a:custGeom>
            <a:avLst/>
            <a:gdLst>
              <a:gd name="connsiteX0" fmla="*/ 0 w 784673"/>
              <a:gd name="connsiteY0" fmla="*/ 0 h 2567726"/>
              <a:gd name="connsiteX1" fmla="*/ 784673 w 784673"/>
              <a:gd name="connsiteY1" fmla="*/ 389357 h 2567726"/>
              <a:gd name="connsiteX2" fmla="*/ 784673 w 784673"/>
              <a:gd name="connsiteY2" fmla="*/ 515309 h 2567726"/>
              <a:gd name="connsiteX3" fmla="*/ 784673 w 784673"/>
              <a:gd name="connsiteY3" fmla="*/ 2441774 h 2567726"/>
              <a:gd name="connsiteX4" fmla="*/ 784673 w 784673"/>
              <a:gd name="connsiteY4" fmla="*/ 2567726 h 2567726"/>
              <a:gd name="connsiteX5" fmla="*/ 0 w 784673"/>
              <a:gd name="connsiteY5" fmla="*/ 2178369 h 2567726"/>
              <a:gd name="connsiteX6" fmla="*/ 0 w 784673"/>
              <a:gd name="connsiteY6" fmla="*/ 2052417 h 2567726"/>
              <a:gd name="connsiteX7" fmla="*/ 0 w 784673"/>
              <a:gd name="connsiteY7" fmla="*/ 125952 h 256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567726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441774"/>
                </a:lnTo>
                <a:lnTo>
                  <a:pt x="784673" y="2567726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33D8029-EC89-0707-18F5-6992C372B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660" y="-195192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63000">
                  <a:schemeClr val="tx2">
                    <a:alpha val="30000"/>
                  </a:schemeClr>
                </a:gs>
                <a:gs pos="0">
                  <a:schemeClr val="accent2">
                    <a:alpha val="48000"/>
                  </a:schemeClr>
                </a:gs>
                <a:gs pos="100000">
                  <a:srgbClr val="2F2A95">
                    <a:alpha val="7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0601232-2622-712C-6557-2A64108A0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3202" y="38748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64000">
                <a:srgbClr val="92C0E9">
                  <a:lumMod val="75000"/>
                  <a:alpha val="56000"/>
                </a:srgbClr>
              </a:gs>
              <a:gs pos="0">
                <a:srgbClr val="92C0E9">
                  <a:alpha val="1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2000"/>
                  </a:srgbClr>
                </a:gs>
                <a:gs pos="100000">
                  <a:srgbClr val="92C0E9">
                    <a:lumMod val="50000"/>
                    <a:alpha val="2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E7F1094-C970-DC69-E296-889299DC0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575766" y="272688"/>
            <a:ext cx="782578" cy="2559751"/>
          </a:xfrm>
          <a:custGeom>
            <a:avLst/>
            <a:gdLst>
              <a:gd name="connsiteX0" fmla="*/ 0 w 782578"/>
              <a:gd name="connsiteY0" fmla="*/ 0 h 2559751"/>
              <a:gd name="connsiteX1" fmla="*/ 782578 w 782578"/>
              <a:gd name="connsiteY1" fmla="*/ 388317 h 2559751"/>
              <a:gd name="connsiteX2" fmla="*/ 782578 w 782578"/>
              <a:gd name="connsiteY2" fmla="*/ 513933 h 2559751"/>
              <a:gd name="connsiteX3" fmla="*/ 782578 w 782578"/>
              <a:gd name="connsiteY3" fmla="*/ 2434135 h 2559751"/>
              <a:gd name="connsiteX4" fmla="*/ 782578 w 782578"/>
              <a:gd name="connsiteY4" fmla="*/ 2559751 h 2559751"/>
              <a:gd name="connsiteX5" fmla="*/ 0 w 782578"/>
              <a:gd name="connsiteY5" fmla="*/ 2171434 h 2559751"/>
              <a:gd name="connsiteX6" fmla="*/ 0 w 782578"/>
              <a:gd name="connsiteY6" fmla="*/ 2045818 h 2559751"/>
              <a:gd name="connsiteX7" fmla="*/ 0 w 782578"/>
              <a:gd name="connsiteY7" fmla="*/ 125616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59751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34135"/>
                </a:lnTo>
                <a:lnTo>
                  <a:pt x="782578" y="2559751"/>
                </a:lnTo>
                <a:lnTo>
                  <a:pt x="0" y="2171434"/>
                </a:lnTo>
                <a:lnTo>
                  <a:pt x="0" y="2045818"/>
                </a:lnTo>
                <a:lnTo>
                  <a:pt x="0" y="125616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37000"/>
                </a:srgbClr>
              </a:gs>
              <a:gs pos="0">
                <a:srgbClr val="92C0E9">
                  <a:alpha val="14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0"/>
                  </a:srgbClr>
                </a:gs>
                <a:gs pos="100000">
                  <a:srgbClr val="92C0E9">
                    <a:lumMod val="50000"/>
                    <a:alpha val="3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09E211C-37C9-C4E9-BF2E-A2EE01450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78330" y="506628"/>
            <a:ext cx="782578" cy="2559751"/>
          </a:xfrm>
          <a:custGeom>
            <a:avLst/>
            <a:gdLst>
              <a:gd name="connsiteX0" fmla="*/ 0 w 782578"/>
              <a:gd name="connsiteY0" fmla="*/ 0 h 2559751"/>
              <a:gd name="connsiteX1" fmla="*/ 782578 w 782578"/>
              <a:gd name="connsiteY1" fmla="*/ 388317 h 2559751"/>
              <a:gd name="connsiteX2" fmla="*/ 782578 w 782578"/>
              <a:gd name="connsiteY2" fmla="*/ 513933 h 2559751"/>
              <a:gd name="connsiteX3" fmla="*/ 782578 w 782578"/>
              <a:gd name="connsiteY3" fmla="*/ 2434135 h 2559751"/>
              <a:gd name="connsiteX4" fmla="*/ 782578 w 782578"/>
              <a:gd name="connsiteY4" fmla="*/ 2559751 h 2559751"/>
              <a:gd name="connsiteX5" fmla="*/ 0 w 782578"/>
              <a:gd name="connsiteY5" fmla="*/ 2171434 h 2559751"/>
              <a:gd name="connsiteX6" fmla="*/ 0 w 782578"/>
              <a:gd name="connsiteY6" fmla="*/ 2045818 h 2559751"/>
              <a:gd name="connsiteX7" fmla="*/ 0 w 782578"/>
              <a:gd name="connsiteY7" fmla="*/ 125616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59751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34135"/>
                </a:lnTo>
                <a:lnTo>
                  <a:pt x="782578" y="2559751"/>
                </a:lnTo>
                <a:lnTo>
                  <a:pt x="0" y="2171434"/>
                </a:lnTo>
                <a:lnTo>
                  <a:pt x="0" y="2045818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B20AFC-D118-6C82-C977-E914C2A17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80894" y="740568"/>
            <a:ext cx="782578" cy="2559751"/>
          </a:xfrm>
          <a:custGeom>
            <a:avLst/>
            <a:gdLst>
              <a:gd name="connsiteX0" fmla="*/ 0 w 782578"/>
              <a:gd name="connsiteY0" fmla="*/ 0 h 2559751"/>
              <a:gd name="connsiteX1" fmla="*/ 782578 w 782578"/>
              <a:gd name="connsiteY1" fmla="*/ 388317 h 2559751"/>
              <a:gd name="connsiteX2" fmla="*/ 782578 w 782578"/>
              <a:gd name="connsiteY2" fmla="*/ 513933 h 2559751"/>
              <a:gd name="connsiteX3" fmla="*/ 782578 w 782578"/>
              <a:gd name="connsiteY3" fmla="*/ 2434135 h 2559751"/>
              <a:gd name="connsiteX4" fmla="*/ 782578 w 782578"/>
              <a:gd name="connsiteY4" fmla="*/ 2559751 h 2559751"/>
              <a:gd name="connsiteX5" fmla="*/ 0 w 782578"/>
              <a:gd name="connsiteY5" fmla="*/ 2171434 h 2559751"/>
              <a:gd name="connsiteX6" fmla="*/ 0 w 782578"/>
              <a:gd name="connsiteY6" fmla="*/ 2045818 h 2559751"/>
              <a:gd name="connsiteX7" fmla="*/ 0 w 782578"/>
              <a:gd name="connsiteY7" fmla="*/ 125616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59751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34135"/>
                </a:lnTo>
                <a:lnTo>
                  <a:pt x="782578" y="2559751"/>
                </a:lnTo>
                <a:lnTo>
                  <a:pt x="0" y="2171434"/>
                </a:lnTo>
                <a:lnTo>
                  <a:pt x="0" y="2045818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011606D-5281-ABE7-5E1C-42EE1F7CF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3458" y="974508"/>
            <a:ext cx="782578" cy="2559751"/>
          </a:xfrm>
          <a:custGeom>
            <a:avLst/>
            <a:gdLst>
              <a:gd name="connsiteX0" fmla="*/ 0 w 782578"/>
              <a:gd name="connsiteY0" fmla="*/ 0 h 2559751"/>
              <a:gd name="connsiteX1" fmla="*/ 782578 w 782578"/>
              <a:gd name="connsiteY1" fmla="*/ 388317 h 2559751"/>
              <a:gd name="connsiteX2" fmla="*/ 782578 w 782578"/>
              <a:gd name="connsiteY2" fmla="*/ 513933 h 2559751"/>
              <a:gd name="connsiteX3" fmla="*/ 782578 w 782578"/>
              <a:gd name="connsiteY3" fmla="*/ 2434135 h 2559751"/>
              <a:gd name="connsiteX4" fmla="*/ 782578 w 782578"/>
              <a:gd name="connsiteY4" fmla="*/ 2559751 h 2559751"/>
              <a:gd name="connsiteX5" fmla="*/ 0 w 782578"/>
              <a:gd name="connsiteY5" fmla="*/ 2171434 h 2559751"/>
              <a:gd name="connsiteX6" fmla="*/ 0 w 782578"/>
              <a:gd name="connsiteY6" fmla="*/ 2045818 h 2559751"/>
              <a:gd name="connsiteX7" fmla="*/ 0 w 782578"/>
              <a:gd name="connsiteY7" fmla="*/ 125616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59751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34135"/>
                </a:lnTo>
                <a:lnTo>
                  <a:pt x="782578" y="2559751"/>
                </a:lnTo>
                <a:lnTo>
                  <a:pt x="0" y="2171434"/>
                </a:lnTo>
                <a:lnTo>
                  <a:pt x="0" y="2045818"/>
                </a:lnTo>
                <a:lnTo>
                  <a:pt x="0" y="125616"/>
                </a:lnTo>
                <a:close/>
              </a:path>
            </a:pathLst>
          </a:custGeom>
          <a:gradFill>
            <a:gsLst>
              <a:gs pos="0">
                <a:srgbClr val="92C0E9">
                  <a:alpha val="30000"/>
                </a:srgbClr>
              </a:gs>
              <a:gs pos="28975">
                <a:srgbClr val="6379C1">
                  <a:alpha val="57000"/>
                </a:srgbClr>
              </a:gs>
              <a:gs pos="100000">
                <a:srgbClr val="2F2A95">
                  <a:alpha val="75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alpha val="27000"/>
                  </a:srgbClr>
                </a:gs>
                <a:gs pos="100000">
                  <a:srgbClr val="C5B4E2">
                    <a:lumMod val="50000"/>
                    <a:alpha val="65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BC3122-B012-4083-FA5D-930786A70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407327" y="3116434"/>
            <a:ext cx="784673" cy="2557460"/>
          </a:xfrm>
          <a:custGeom>
            <a:avLst/>
            <a:gdLst>
              <a:gd name="connsiteX0" fmla="*/ 0 w 784673"/>
              <a:gd name="connsiteY0" fmla="*/ 0 h 2557460"/>
              <a:gd name="connsiteX1" fmla="*/ 784673 w 784673"/>
              <a:gd name="connsiteY1" fmla="*/ 389357 h 2557460"/>
              <a:gd name="connsiteX2" fmla="*/ 784673 w 784673"/>
              <a:gd name="connsiteY2" fmla="*/ 515309 h 2557460"/>
              <a:gd name="connsiteX3" fmla="*/ 784673 w 784673"/>
              <a:gd name="connsiteY3" fmla="*/ 2431508 h 2557460"/>
              <a:gd name="connsiteX4" fmla="*/ 784673 w 784673"/>
              <a:gd name="connsiteY4" fmla="*/ 2557460 h 2557460"/>
              <a:gd name="connsiteX5" fmla="*/ 0 w 784673"/>
              <a:gd name="connsiteY5" fmla="*/ 2168103 h 2557460"/>
              <a:gd name="connsiteX6" fmla="*/ 0 w 784673"/>
              <a:gd name="connsiteY6" fmla="*/ 2042151 h 2557460"/>
              <a:gd name="connsiteX7" fmla="*/ 0 w 784673"/>
              <a:gd name="connsiteY7" fmla="*/ 125952 h 255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557460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431508"/>
                </a:lnTo>
                <a:lnTo>
                  <a:pt x="784673" y="2557460"/>
                </a:lnTo>
                <a:lnTo>
                  <a:pt x="0" y="2168103"/>
                </a:lnTo>
                <a:lnTo>
                  <a:pt x="0" y="2042151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3035">
                  <a:schemeClr val="accent2">
                    <a:alpha val="48000"/>
                  </a:schemeClr>
                </a:gs>
                <a:gs pos="0">
                  <a:schemeClr val="accent2">
                    <a:alpha val="28000"/>
                  </a:schemeClr>
                </a:gs>
                <a:gs pos="87000">
                  <a:srgbClr val="2F2A95">
                    <a:alpha val="2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4AE2748-2698-0A9B-A838-47C6A3331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012538" y="3359100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7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9000"/>
                </a:srgbClr>
              </a:gs>
              <a:gs pos="0">
                <a:srgbClr val="92C0E9">
                  <a:alpha val="1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"/>
                  </a:srgbClr>
                </a:gs>
                <a:gs pos="100000">
                  <a:srgbClr val="92C0E9">
                    <a:lumMod val="50000"/>
                    <a:alpha val="27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C1ECFD7-5DE7-F64E-6B8C-D84B5054D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617755" y="3593791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7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37000"/>
                </a:srgbClr>
              </a:gs>
              <a:gs pos="0">
                <a:srgbClr val="92C0E9">
                  <a:alpha val="14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0"/>
                  </a:srgbClr>
                </a:gs>
                <a:gs pos="100000">
                  <a:srgbClr val="92C0E9">
                    <a:lumMod val="50000"/>
                    <a:alpha val="3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D9FE66A-7946-AFE7-26BD-868B23A19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36950" y="3828482"/>
            <a:ext cx="768600" cy="2549485"/>
          </a:xfrm>
          <a:custGeom>
            <a:avLst/>
            <a:gdLst>
              <a:gd name="connsiteX0" fmla="*/ 0 w 768600"/>
              <a:gd name="connsiteY0" fmla="*/ 0 h 2549485"/>
              <a:gd name="connsiteX1" fmla="*/ 768600 w 768600"/>
              <a:gd name="connsiteY1" fmla="*/ 381382 h 2549485"/>
              <a:gd name="connsiteX2" fmla="*/ 768600 w 768600"/>
              <a:gd name="connsiteY2" fmla="*/ 507334 h 2549485"/>
              <a:gd name="connsiteX3" fmla="*/ 768600 w 768600"/>
              <a:gd name="connsiteY3" fmla="*/ 2423533 h 2549485"/>
              <a:gd name="connsiteX4" fmla="*/ 768600 w 768600"/>
              <a:gd name="connsiteY4" fmla="*/ 2549485 h 2549485"/>
              <a:gd name="connsiteX5" fmla="*/ 0 w 768600"/>
              <a:gd name="connsiteY5" fmla="*/ 2168103 h 2549485"/>
              <a:gd name="connsiteX6" fmla="*/ 0 w 768600"/>
              <a:gd name="connsiteY6" fmla="*/ 2042151 h 2549485"/>
              <a:gd name="connsiteX7" fmla="*/ 0 w 768600"/>
              <a:gd name="connsiteY7" fmla="*/ 125952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49485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23533"/>
                </a:lnTo>
                <a:lnTo>
                  <a:pt x="768600" y="2549485"/>
                </a:lnTo>
                <a:lnTo>
                  <a:pt x="0" y="2168103"/>
                </a:lnTo>
                <a:lnTo>
                  <a:pt x="0" y="2042151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399">
                  <a:schemeClr val="tx2">
                    <a:alpha val="30000"/>
                  </a:schemeClr>
                </a:gs>
                <a:gs pos="3000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9A9271D-045A-28C3-EC46-0F1149AB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842167" y="4063173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7F240CF-7985-59D2-2E37-09DEFF47E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447384" y="4297864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gradFill>
            <a:gsLst>
              <a:gs pos="0">
                <a:srgbClr val="92C0E9">
                  <a:alpha val="30000"/>
                </a:srgbClr>
              </a:gs>
              <a:gs pos="28975">
                <a:srgbClr val="6379C1">
                  <a:alpha val="57000"/>
                </a:srgbClr>
              </a:gs>
              <a:gs pos="100000">
                <a:srgbClr val="2F2A95">
                  <a:alpha val="75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alpha val="27000"/>
                  </a:srgbClr>
                </a:gs>
                <a:gs pos="100000">
                  <a:srgbClr val="C5B4E2">
                    <a:lumMod val="50000"/>
                    <a:alpha val="65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82D4EEC-980B-C63C-0AA4-8248D74F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052601" y="4532555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7CD2583-13F3-0F9F-9518-43C19E4A3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657818" y="4767246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399">
                  <a:schemeClr val="tx2">
                    <a:alpha val="30000"/>
                  </a:schemeClr>
                </a:gs>
                <a:gs pos="3000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F09A065-493E-3470-E29D-75E5FEE36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263035" y="5001937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tx2">
                    <a:alpha val="55000"/>
                  </a:schemeClr>
                </a:gs>
                <a:gs pos="3000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F4C22F0-5BEC-7F2B-1B11-0722C0930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82230" y="5236628"/>
            <a:ext cx="768600" cy="2549485"/>
          </a:xfrm>
          <a:custGeom>
            <a:avLst/>
            <a:gdLst>
              <a:gd name="connsiteX0" fmla="*/ 0 w 768600"/>
              <a:gd name="connsiteY0" fmla="*/ 0 h 2549485"/>
              <a:gd name="connsiteX1" fmla="*/ 768600 w 768600"/>
              <a:gd name="connsiteY1" fmla="*/ 381382 h 2549485"/>
              <a:gd name="connsiteX2" fmla="*/ 768600 w 768600"/>
              <a:gd name="connsiteY2" fmla="*/ 507334 h 2549485"/>
              <a:gd name="connsiteX3" fmla="*/ 768600 w 768600"/>
              <a:gd name="connsiteY3" fmla="*/ 2423533 h 2549485"/>
              <a:gd name="connsiteX4" fmla="*/ 768600 w 768600"/>
              <a:gd name="connsiteY4" fmla="*/ 2549485 h 2549485"/>
              <a:gd name="connsiteX5" fmla="*/ 0 w 768600"/>
              <a:gd name="connsiteY5" fmla="*/ 2168103 h 2549485"/>
              <a:gd name="connsiteX6" fmla="*/ 0 w 768600"/>
              <a:gd name="connsiteY6" fmla="*/ 2042151 h 2549485"/>
              <a:gd name="connsiteX7" fmla="*/ 0 w 768600"/>
              <a:gd name="connsiteY7" fmla="*/ 125952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49485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23533"/>
                </a:lnTo>
                <a:lnTo>
                  <a:pt x="768600" y="2549485"/>
                </a:lnTo>
                <a:lnTo>
                  <a:pt x="0" y="2168103"/>
                </a:lnTo>
                <a:lnTo>
                  <a:pt x="0" y="2042151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64000">
                <a:srgbClr val="92C0E9">
                  <a:lumMod val="75000"/>
                  <a:alpha val="56000"/>
                </a:srgbClr>
              </a:gs>
              <a:gs pos="0">
                <a:srgbClr val="92C0E9">
                  <a:alpha val="1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2000"/>
                  </a:srgbClr>
                </a:gs>
                <a:gs pos="100000">
                  <a:srgbClr val="92C0E9">
                    <a:lumMod val="50000"/>
                    <a:alpha val="2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C5DDEC3-9513-F98D-F1AA-2B010B325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487447" y="5471319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399">
                  <a:schemeClr val="tx2">
                    <a:alpha val="30000"/>
                  </a:schemeClr>
                </a:gs>
                <a:gs pos="3000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24575F3-CC3E-F4C5-5DD5-78DA757D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06642" y="5706010"/>
            <a:ext cx="768600" cy="2549485"/>
          </a:xfrm>
          <a:custGeom>
            <a:avLst/>
            <a:gdLst>
              <a:gd name="connsiteX0" fmla="*/ 0 w 768600"/>
              <a:gd name="connsiteY0" fmla="*/ 0 h 2549485"/>
              <a:gd name="connsiteX1" fmla="*/ 768600 w 768600"/>
              <a:gd name="connsiteY1" fmla="*/ 381382 h 2549485"/>
              <a:gd name="connsiteX2" fmla="*/ 768600 w 768600"/>
              <a:gd name="connsiteY2" fmla="*/ 507334 h 2549485"/>
              <a:gd name="connsiteX3" fmla="*/ 768600 w 768600"/>
              <a:gd name="connsiteY3" fmla="*/ 2423533 h 2549485"/>
              <a:gd name="connsiteX4" fmla="*/ 768600 w 768600"/>
              <a:gd name="connsiteY4" fmla="*/ 2549485 h 2549485"/>
              <a:gd name="connsiteX5" fmla="*/ 0 w 768600"/>
              <a:gd name="connsiteY5" fmla="*/ 2168103 h 2549485"/>
              <a:gd name="connsiteX6" fmla="*/ 0 w 768600"/>
              <a:gd name="connsiteY6" fmla="*/ 2042151 h 2549485"/>
              <a:gd name="connsiteX7" fmla="*/ 0 w 768600"/>
              <a:gd name="connsiteY7" fmla="*/ 125952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49485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23533"/>
                </a:lnTo>
                <a:lnTo>
                  <a:pt x="768600" y="2549485"/>
                </a:lnTo>
                <a:lnTo>
                  <a:pt x="0" y="2168103"/>
                </a:lnTo>
                <a:lnTo>
                  <a:pt x="0" y="2042151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399">
                  <a:schemeClr val="tx2">
                    <a:alpha val="30000"/>
                  </a:schemeClr>
                </a:gs>
                <a:gs pos="3000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27941F4-5206-AA92-EF5B-9FE47642D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08444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63000">
                  <a:schemeClr val="tx2">
                    <a:alpha val="30000"/>
                  </a:schemeClr>
                </a:gs>
                <a:gs pos="0">
                  <a:schemeClr val="accent2">
                    <a:alpha val="48000"/>
                  </a:schemeClr>
                </a:gs>
                <a:gs pos="100000">
                  <a:srgbClr val="2F2A95">
                    <a:alpha val="7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11CB0CF-F8A0-0B9C-F341-0598B1369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711859" y="5940703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4AA9B-88C8-13CD-DF48-DB328E58A2B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05341-3D1F-AF19-E6E6-44F90FC8F3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268FA-6FEE-025D-3F88-771214B6B97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141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889 L 0 -2.59259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0.03472 L 0 -3.33333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9.289042E-02 -0.1137249 E" pathEditMode="relative" ptsTypes="">
                                      <p:cBhvr>
                                        <p:cTn id="102" dur="1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3573 -0.1485279 E" pathEditMode="relative" ptsTypes="">
                                      <p:cBhvr>
                                        <p:cTn id="104" dur="1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77378 -0.1827494 E" pathEditMode="relative" ptsTypes="">
                                      <p:cBhvr>
                                        <p:cTn id="106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95451 -0.2169708 E" pathEditMode="relative" ptsTypes="">
                                      <p:cBhvr>
                                        <p:cTn id="108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13523 -0.2511923 E" pathEditMode="relative" ptsTypes="">
                                      <p:cBhvr>
                                        <p:cTn id="110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37328 -0.2854138 E" pathEditMode="relative" ptsTypes="">
                                      <p:cBhvr>
                                        <p:cTn id="112" dur="1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61133 -0.3196353 E" pathEditMode="relative" ptsTypes="">
                                      <p:cBhvr>
                                        <p:cTn id="114" dur="1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184938 -0.3538568 E" pathEditMode="relative" ptsTypes="">
                                      <p:cBhvr>
                                        <p:cTn id="116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08743 -0.3880783 E" pathEditMode="relative" ptsTypes="">
                                      <p:cBhvr>
                                        <p:cTn id="118" dur="15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826816 -0.4222998 E" pathEditMode="relative" ptsTypes="">
                                      <p:cBhvr>
                                        <p:cTn id="120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144888 -0.4565213 E" pathEditMode="relative" ptsTypes="">
                                      <p:cBhvr>
                                        <p:cTn id="122" dur="15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462961 -0.4907427 E" pathEditMode="relative" ptsTypes="">
                                      <p:cBhvr>
                                        <p:cTn id="124" dur="15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781033 -0.5249646 E" pathEditMode="relative" ptsTypes="">
                                      <p:cBhvr>
                                        <p:cTn id="126" dur="15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771048 0.5101743 E" pathEditMode="relative" ptsTypes="">
                                      <p:cBhvr>
                                        <p:cTn id="128" dur="15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456536 0.4760623 E" pathEditMode="relative" ptsTypes="">
                                      <p:cBhvr>
                                        <p:cTn id="130" dur="1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142019 0.4419503 E" pathEditMode="relative" ptsTypes="">
                                      <p:cBhvr>
                                        <p:cTn id="132" dur="15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27504 0.4078383 E" pathEditMode="relative" ptsTypes="">
                                      <p:cBhvr>
                                        <p:cTn id="134" dur="1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12987 0.3737263 E" pathEditMode="relative" ptsTypes="">
                                      <p:cBhvr>
                                        <p:cTn id="136" dur="1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19188 0.3390329 E" pathEditMode="relative" ptsTypes="">
                                      <p:cBhvr>
                                        <p:cTn id="138" dur="1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870772 0.3043395 E" pathEditMode="relative" ptsTypes="">
                                      <p:cBhvr>
                                        <p:cTn id="140" dur="1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56256 0.2702275 E" pathEditMode="relative" ptsTypes="">
                                      <p:cBhvr>
                                        <p:cTn id="142" dur="1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236007 0.2361155 E" pathEditMode="relative" ptsTypes="">
                                      <p:cBhvr>
                                        <p:cTn id="144" dur="1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910026 0.2020035 E" pathEditMode="relative" ptsTypes="">
                                      <p:cBhvr>
                                        <p:cTn id="146" dur="1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4045 0.1678915 E" pathEditMode="relative" ptsTypes="">
                                      <p:cBhvr>
                                        <p:cTn id="148" dur="1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258064 0.1337796 E" pathEditMode="relative" ptsTypes="">
                                      <p:cBhvr>
                                        <p:cTn id="150" dur="15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9.378158E-02 9.966815E-02 E" pathEditMode="relative" ptsTypes="">
                                      <p:cBhvr>
                                        <p:cTn id="152" dur="1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6" grpId="1"/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0 -0.03472 L 0 -3.33333E-6 " pathEditMode="relative" rAng="0" ptsTypes="AA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3" grpId="0" animBg="1"/>
      <p:bldP spid="3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END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3BE562-CC54-E713-F3C4-483C147FEFEF}"/>
              </a:ext>
            </a:extLst>
          </p:cNvPr>
          <p:cNvSpPr/>
          <p:nvPr userDrawn="1"/>
        </p:nvSpPr>
        <p:spPr>
          <a:xfrm>
            <a:off x="571501" y="571500"/>
            <a:ext cx="11049000" cy="571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MASTER END </a:t>
            </a:r>
            <a:br>
              <a:rPr kumimoji="0" lang="en-US" sz="8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</a:br>
            <a:r>
              <a:rPr kumimoji="0" lang="en-US" sz="8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DELETE ANY MASTER LAYOUTS BEYOND THIS POINT</a:t>
            </a: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8874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0CAED-5146-95B5-AA0C-82EB84FED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  <a:prstGeom prst="rect">
            <a:avLst/>
          </a:prstGeom>
        </p:spPr>
        <p:txBody>
          <a:bodyPr vert="horz" lIns="0" tIns="17640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50FF8-80F4-FB91-EED3-2B95EB592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100" y="1524000"/>
            <a:ext cx="11104562" cy="47577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F1224-4265-9B42-372F-30A22B4AF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49" y="6492925"/>
            <a:ext cx="8302626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1000" dirty="0">
                <a:latin typeface="Gotham Book"/>
              </a:defRPr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8E69-9E7A-79AE-DEF5-19C280737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75900" y="6492925"/>
            <a:ext cx="1270000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1000" smtClean="0">
                <a:latin typeface="Gotham Book"/>
              </a:defRPr>
            </a:lvl1pPr>
          </a:lstStyle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3/24/2026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1BAD8-5B8C-5850-0601-3F05CC6FE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074" y="6492925"/>
            <a:ext cx="5429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ctr">
              <a:defRPr lang="en-US" sz="1000" b="0" smtClean="0">
                <a:solidFill>
                  <a:schemeClr val="tx1"/>
                </a:solidFill>
                <a:latin typeface="Gotham Book"/>
              </a:defRPr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5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0" r:id="rId2"/>
    <p:sldLayoutId id="2147483678" r:id="rId3"/>
    <p:sldLayoutId id="2147483652" r:id="rId4"/>
    <p:sldLayoutId id="2147483653" r:id="rId5"/>
    <p:sldLayoutId id="2147483654" r:id="rId6"/>
    <p:sldLayoutId id="2147483655" r:id="rId7"/>
    <p:sldLayoutId id="2147483690" r:id="rId8"/>
    <p:sldLayoutId id="2147483691" r:id="rId9"/>
    <p:sldLayoutId id="2147483656" r:id="rId10"/>
    <p:sldLayoutId id="2147483657" r:id="rId11"/>
    <p:sldLayoutId id="2147483683" r:id="rId12"/>
    <p:sldLayoutId id="2147483680" r:id="rId13"/>
    <p:sldLayoutId id="2147483687" r:id="rId14"/>
    <p:sldLayoutId id="2147483679" r:id="rId15"/>
    <p:sldLayoutId id="2147483667" r:id="rId16"/>
    <p:sldLayoutId id="2147483660" r:id="rId17"/>
    <p:sldLayoutId id="2147483668" r:id="rId18"/>
    <p:sldLayoutId id="2147483674" r:id="rId19"/>
    <p:sldLayoutId id="2147483662" r:id="rId20"/>
    <p:sldLayoutId id="2147483685" r:id="rId2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sz="2800" b="1" i="0" kern="1200" baseline="0">
          <a:solidFill>
            <a:schemeClr val="tx1"/>
          </a:solidFill>
          <a:latin typeface="Gotham Book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800" kern="1200">
          <a:solidFill>
            <a:schemeClr val="tx1"/>
          </a:solidFill>
          <a:latin typeface="Gotham Book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600" kern="1200">
          <a:solidFill>
            <a:schemeClr val="tx1"/>
          </a:solidFill>
          <a:latin typeface="Gotham Book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Gotham Book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Gotham Book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Gotham Book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FA489"/>
          </p15:clr>
        </p15:guide>
        <p15:guide id="2" pos="7680" userDrawn="1">
          <p15:clr>
            <a:srgbClr val="FFA489"/>
          </p15:clr>
        </p15:guide>
        <p15:guide id="3" pos="344" userDrawn="1">
          <p15:clr>
            <a:srgbClr val="FFA489"/>
          </p15:clr>
        </p15:guide>
        <p15:guide id="4" pos="1144" userDrawn="1">
          <p15:clr>
            <a:srgbClr val="FFA489"/>
          </p15:clr>
        </p15:guide>
        <p15:guide id="5" pos="1224" userDrawn="1">
          <p15:clr>
            <a:srgbClr val="FFA489"/>
          </p15:clr>
        </p15:guide>
        <p15:guide id="6" pos="2032" userDrawn="1">
          <p15:clr>
            <a:srgbClr val="FFA489"/>
          </p15:clr>
        </p15:guide>
        <p15:guide id="7" pos="2112" userDrawn="1">
          <p15:clr>
            <a:srgbClr val="FFA489"/>
          </p15:clr>
        </p15:guide>
        <p15:guide id="8" pos="2912" userDrawn="1">
          <p15:clr>
            <a:srgbClr val="FFA489"/>
          </p15:clr>
        </p15:guide>
        <p15:guide id="9" pos="2992" userDrawn="1">
          <p15:clr>
            <a:srgbClr val="FFA489"/>
          </p15:clr>
        </p15:guide>
        <p15:guide id="10" pos="3800" userDrawn="1">
          <p15:clr>
            <a:srgbClr val="FFA489"/>
          </p15:clr>
        </p15:guide>
        <p15:guide id="11" pos="3880" userDrawn="1">
          <p15:clr>
            <a:srgbClr val="FFA489"/>
          </p15:clr>
        </p15:guide>
        <p15:guide id="12" pos="4688" userDrawn="1">
          <p15:clr>
            <a:srgbClr val="FFA489"/>
          </p15:clr>
        </p15:guide>
        <p15:guide id="13" pos="4768" userDrawn="1">
          <p15:clr>
            <a:srgbClr val="FFA489"/>
          </p15:clr>
        </p15:guide>
        <p15:guide id="14" pos="5568" userDrawn="1">
          <p15:clr>
            <a:srgbClr val="FFA489"/>
          </p15:clr>
        </p15:guide>
        <p15:guide id="15" pos="5648" userDrawn="1">
          <p15:clr>
            <a:srgbClr val="FFA489"/>
          </p15:clr>
        </p15:guide>
        <p15:guide id="16" pos="6456" userDrawn="1">
          <p15:clr>
            <a:srgbClr val="FFA489"/>
          </p15:clr>
        </p15:guide>
        <p15:guide id="17" pos="6536" userDrawn="1">
          <p15:clr>
            <a:srgbClr val="FFA489"/>
          </p15:clr>
        </p15:guide>
        <p15:guide id="18" pos="7336" userDrawn="1">
          <p15:clr>
            <a:srgbClr val="FFA489"/>
          </p15:clr>
        </p15:guide>
        <p15:guide id="19" orient="horz" userDrawn="1">
          <p15:clr>
            <a:srgbClr val="FFA489"/>
          </p15:clr>
        </p15:guide>
        <p15:guide id="20" orient="horz" pos="4320" userDrawn="1">
          <p15:clr>
            <a:srgbClr val="FFA489"/>
          </p15:clr>
        </p15:guide>
        <p15:guide id="21" orient="horz" pos="224" userDrawn="1">
          <p15:clr>
            <a:srgbClr val="FFA489"/>
          </p15:clr>
        </p15:guide>
        <p15:guide id="22" orient="horz" pos="3960" userDrawn="1">
          <p15:clr>
            <a:srgbClr val="FFA489"/>
          </p15:clr>
        </p15:guide>
        <p15:guide id="23" orient="horz" pos="720" userDrawn="1">
          <p15:clr>
            <a:srgbClr val="FFA489"/>
          </p15:clr>
        </p15:guide>
        <p15:guide id="24" orient="horz" pos="960" userDrawn="1">
          <p15:clr>
            <a:srgbClr val="FFA489"/>
          </p15:clr>
        </p15:guide>
        <p15:guide id="25" orient="horz" pos="1650" userDrawn="1">
          <p15:clr>
            <a:srgbClr val="FFA489"/>
          </p15:clr>
        </p15:guide>
        <p15:guide id="26" orient="horz" pos="1729" userDrawn="1">
          <p15:clr>
            <a:srgbClr val="FFA489"/>
          </p15:clr>
        </p15:guide>
        <p15:guide id="27" orient="horz" pos="2420" userDrawn="1">
          <p15:clr>
            <a:srgbClr val="FFA489"/>
          </p15:clr>
        </p15:guide>
        <p15:guide id="28" orient="horz" pos="2499" userDrawn="1">
          <p15:clr>
            <a:srgbClr val="FFA489"/>
          </p15:clr>
        </p15:guide>
        <p15:guide id="29" orient="horz" pos="3190" userDrawn="1">
          <p15:clr>
            <a:srgbClr val="FFA489"/>
          </p15:clr>
        </p15:guide>
        <p15:guide id="30" orient="horz" pos="3269" userDrawn="1">
          <p15:clr>
            <a:srgbClr val="FFA489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 wrap="square" anchor="t"/>
          <a:lstStyle/>
          <a:p>
            <a:r>
              <a:rPr sz="2800" b="1"/>
              <a:t>Building AI-Powered Clinical Apps with IRIS AI Hub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 wrap="square" anchor="t"/>
          <a:lstStyle/>
          <a:p>
            <a:r>
              <a:rPr sz="2000" i="1"/>
              <a:t>READY 2026 Pre-Hackathon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800" b="1"/>
              <a:t>What We're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</a:pPr>
            <a:r>
              <a:rPr sz="1900"/>
              <a:t>A clinician asks for a snapshot of Patient Vicente Aponte and the app produces a structured encounter summary.</a:t>
            </a:r>
          </a:p>
          <a:p>
            <a:pPr>
              <a:spcAft>
                <a:spcPts val="600"/>
              </a:spcAft>
            </a:pPr>
            <a:r>
              <a:rPr sz="1900"/>
              <a:t>The LLM is configured in IRIS through ConfigStore and Wallet, not hardcoded in application code.</a:t>
            </a:r>
          </a:p>
          <a:p>
            <a:pPr>
              <a:spcAft>
                <a:spcPts val="600"/>
              </a:spcAft>
            </a:pPr>
            <a:r>
              <a:rPr sz="1900"/>
              <a:t>The tools the LLM calls are ObjectScript class methods exposed through the IRIS MCP server.</a:t>
            </a:r>
          </a:p>
          <a:p>
            <a:pPr>
              <a:spcAft>
                <a:spcPts val="600"/>
              </a:spcAft>
            </a:pPr>
            <a:r>
              <a:rPr sz="1900"/>
              <a:t>Role-based access control is enforced by IRIS, so different users see different toolsets without app-side RBAC code.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 anchor="t"/>
          <a:lstStyle/>
          <a:p>
            <a:r>
              <a:rPr sz="1800" i="0"/>
              <a:t>Live demo app: Patient Encounter Briefing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800" b="1"/>
              <a:t>Three Patterns You'll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</a:pPr>
            <a:r>
              <a:rPr sz="2000"/>
              <a:t>IRIS MCP Server — define ObjectScript tools once and expose them to LLM clients over HTTP.</a:t>
            </a:r>
          </a:p>
          <a:p>
            <a:pPr>
              <a:spcAft>
                <a:spcPts val="600"/>
              </a:spcAft>
            </a:pPr>
            <a:r>
              <a:rPr sz="2000"/>
              <a:t>ConfigStore + Wallet — keep model configuration and credentials inside IRIS so providers can change without code edits.</a:t>
            </a:r>
          </a:p>
          <a:p>
            <a:pPr>
              <a:spcAft>
                <a:spcPts val="600"/>
              </a:spcAft>
            </a:pPr>
            <a:r>
              <a:rPr sz="2000"/>
              <a:t>langchain-intersystems — resolve the model from IRIS and combine it with standard LangChain agents and MCP tooling.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 anchor="t"/>
          <a:lstStyle/>
          <a:p>
            <a:r>
              <a:rPr sz="1800" i="0"/>
              <a:t>These patterns work for any domain, not just healthcare.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800" b="1"/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800"/>
              </a:spcAft>
            </a:pPr>
            <a:r>
              <a:rPr sz="1900"/>
              <a:t>[Browser :8501] → login with IRIS auth</a:t>
            </a:r>
          </a:p>
          <a:p>
            <a:pPr>
              <a:spcAft>
                <a:spcPts val="800"/>
              </a:spcAft>
            </a:pPr>
            <a:r>
              <a:rPr sz="1900"/>
              <a:t>[Streamlit + LangGraph Agent] → init_chat_model("readyai", iris_conn)</a:t>
            </a:r>
          </a:p>
          <a:p>
            <a:pPr>
              <a:spcAft>
                <a:spcPts val="800"/>
              </a:spcAft>
            </a:pPr>
            <a:r>
              <a:rPr sz="1900"/>
              <a:t>[IRIS ConfigStore] → [IRIS Wallet] → [OpenAI API]</a:t>
            </a:r>
          </a:p>
          <a:p>
            <a:pPr>
              <a:spcAft>
                <a:spcPts val="800"/>
              </a:spcAft>
            </a:pPr>
            <a:r>
              <a:rPr sz="1900"/>
              <a:t>[iris-mcp-server :8888] → get_tools() with Basic auth</a:t>
            </a:r>
          </a:p>
          <a:p>
            <a:pPr>
              <a:spcAft>
                <a:spcPts val="800"/>
              </a:spcAft>
            </a:pPr>
            <a:r>
              <a:rPr sz="1900"/>
              <a:t>[IRIS READYAI namespace] → role check → ObjectScript MCP tools → AFHIRData.* SQL projection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 anchor="t"/>
          <a:lstStyle/>
          <a:p>
            <a:r>
              <a:rPr sz="1800" i="0"/>
              <a:t>Browser → Streamlit → ConfigStore → MCP → IRIS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800" b="1"/>
              <a:t>Pattern 1: IRIS 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800" y="1649413"/>
            <a:ext cx="8293101" cy="2596768"/>
          </a:xfrm>
          <a:prstGeom prst="rect">
            <a:avLst/>
          </a:prstGeom>
          <a:solidFill>
            <a:srgbClr val="F6F8FA"/>
          </a:solidFill>
          <a:ln>
            <a:solidFill>
              <a:srgbClr val="D2D6DC"/>
            </a:solidFill>
          </a:ln>
        </p:spPr>
        <p:txBody>
          <a:bodyPr wrap="square" lIns="101600" rIns="101600" tIns="76200" bIns="76200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Consolas"/>
              </a:rPr>
              <a:t>Class ReadyAI.SQLTools Extends %AI.Tool
{
  Method QueryTable(
    tableName As %String,
    patientIds As %DynamicArray) As %DynamicObject
  {
    // SQL query over AFHIRData schema
    // Returns %DynamicObject — auto-serialized to JSON
  }
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800" y="4338923"/>
            <a:ext cx="8293101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The MCP server auto-discovers tools at startup, and the method docstring becomes the tool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0" y="4895373"/>
            <a:ext cx="8293101" cy="1020159"/>
          </a:xfrm>
          <a:prstGeom prst="rect">
            <a:avLst/>
          </a:prstGeom>
          <a:solidFill>
            <a:srgbClr val="F6F8FA"/>
          </a:solidFill>
          <a:ln>
            <a:solidFill>
              <a:srgbClr val="D2D6DC"/>
            </a:solidFill>
          </a:ln>
        </p:spPr>
        <p:txBody>
          <a:bodyPr wrap="square" lIns="101600" rIns="101600" tIns="76200" bIns="76200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Consolas"/>
              </a:rPr>
              <a:t>&lt;Include Class="ReadyAI.SQLTools"&gt;
  &lt;Requirement Name="Role" Value="Doctor"/&gt;
&lt;/Include&gt;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800" b="1"/>
              <a:t>Pattern 1: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800" y="1649413"/>
            <a:ext cx="8293101" cy="3616927"/>
          </a:xfrm>
          <a:prstGeom prst="rect">
            <a:avLst/>
          </a:prstGeom>
          <a:solidFill>
            <a:srgbClr val="F6F8FA"/>
          </a:solidFill>
          <a:ln>
            <a:solidFill>
              <a:srgbClr val="D2D6DC"/>
            </a:solidFill>
          </a:ln>
        </p:spPr>
        <p:txBody>
          <a:bodyPr wrap="square" lIns="101600" rIns="101600" tIns="76200" bIns="76200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Consolas"/>
              </a:rPr>
              <a:t>from langchain_mcp_adapters.client import MultiServerMCPClient
import asyncio, base64
auth = base64.b64encode(b"DScully:XFiles").decode()
client = MultiServerMCPClient({"readyai": {
    "transport": "http",
    "url": "http://localhost:8888/mcp/readyai",
    "headers": {"Authorization": f"Basic {auth}"},
}})
async def main():
    tools = await client.get_tools()
    for t in tools:
        print(t.name, "—", t.description[:60])
asyncio.run(main())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800" y="5359082"/>
            <a:ext cx="8293101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/>
              <a:t>Show that Doctor sees 5 tools while Nurse sees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800" b="1"/>
              <a:t>Pattern 2: ConfigStore + Wallet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</a:pPr>
            <a:r>
              <a:rPr sz="1800"/>
              <a:t>OPENAI_API_KEY starts in the shell and is loaded by scripts/fhir_setup.py.</a:t>
            </a:r>
          </a:p>
          <a:p>
            <a:pPr>
              <a:spcAft>
                <a:spcPts val="600"/>
              </a:spcAft>
            </a:pPr>
            <a:r>
              <a:rPr sz="1800"/>
              <a:t>ConfigStoreSetup.SetupWithAPIKey() writes the secret into the IRIS Wallet as an encrypted payload.</a:t>
            </a:r>
          </a:p>
          <a:p>
            <a:pPr>
              <a:spcAft>
                <a:spcPts val="600"/>
              </a:spcAft>
            </a:pPr>
            <a:r>
              <a:rPr sz="1800"/>
              <a:t>ConfigStore AI.LLM.readyai references the wallet secret instead of embedding credentials.</a:t>
            </a:r>
          </a:p>
          <a:p>
            <a:pPr>
              <a:spcAft>
                <a:spcPts val="600"/>
              </a:spcAft>
            </a:pPr>
            <a:r>
              <a:rPr sz="1800"/>
              <a:t>To switch providers or models later, change ConfigStore only — the app code stays the same.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59500" y="1524000"/>
            <a:ext cx="5486400" cy="4762500"/>
          </a:xfrm>
          <a:prstGeom prst="rect">
            <a:avLst/>
          </a:prstGeom>
          <a:solidFill>
            <a:srgbClr val="F6F8FA"/>
          </a:solidFill>
          <a:ln>
            <a:solidFill>
              <a:srgbClr val="D2D6DC"/>
            </a:solidFill>
          </a:ln>
        </p:spPr>
        <p:txBody>
          <a:bodyPr wrap="square" lIns="101600" rIns="101600" tIns="76200" bIns="76200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Consolas"/>
              </a:rPr>
              <a:t>OPENAI_API_KEY
    ↓ scripts/fhir_setup.py
    ↓ ConfigStoreSetup.SetupWithAPIKey()
[IRIS Wallet]
  ReadyAI-Secrets.OpenAI
  encrypted {"api_key": "sk-proj-..."}
    ↓ referenced by
[ConfigStore: AI.LLM.readyai]
  model_provider: openai
  model: gpt-4o-mini
  api_key: secret://ReadyAI-Secrets...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800" b="1"/>
              <a:t>Pattern 3: langchain-intersystems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800" y="1649413"/>
            <a:ext cx="8293101" cy="3802411"/>
          </a:xfrm>
          <a:prstGeom prst="rect">
            <a:avLst/>
          </a:prstGeom>
          <a:solidFill>
            <a:srgbClr val="F6F8FA"/>
          </a:solidFill>
          <a:ln>
            <a:solidFill>
              <a:srgbClr val="D2D6DC"/>
            </a:solidFill>
          </a:ln>
        </p:spPr>
        <p:txBody>
          <a:bodyPr wrap="square" lIns="101600" rIns="101600" tIns="76200" bIns="76200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Consolas"/>
              </a:rPr>
              <a:t>from langchain_intersystems.chat_models import init_chat_model
from langchain_mcp_adapters.client import MultiServerMCPClient
conn = iris.connect(host, port, namespace, user, password)
model = init_chat_model("readyai", conn)
conn.close()
client = MultiServerMCPClient({
    "readyai": {
        "transport": "http",
        "url": MCP_URL,
        "headers": {"Authorization": f"Basic {auth}"},
    }
})
tools = await client.get_tools()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800" y="5544566"/>
            <a:ext cx="8293101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/>
              <a:t>Three lines wire the model to IRIS, then standard MCP tooling supplies the tools.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800" b="1"/>
              <a:t>Putting It Together: 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800" y="1649413"/>
            <a:ext cx="8293101" cy="3616927"/>
          </a:xfrm>
          <a:prstGeom prst="rect">
            <a:avLst/>
          </a:prstGeom>
          <a:solidFill>
            <a:srgbClr val="F6F8FA"/>
          </a:solidFill>
          <a:ln>
            <a:solidFill>
              <a:srgbClr val="D2D6DC"/>
            </a:solidFill>
          </a:ln>
        </p:spPr>
        <p:txBody>
          <a:bodyPr wrap="square" lIns="101600" rIns="101600" tIns="76200" bIns="76200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Consolas"/>
              </a:rPr>
              <a:t>agent = create_agent(
    model=model,
    tools=tools,
    system_prompt="...",
)
async for chunk in agent.astream(
    {"messages": [HumanMessage(content=prompt)]},
    stream_mode="messages",
):
    message, _ = chunk
    if message.type == "AIMessageChunk":
        for block in message.content_blocks:
            if block["type"] == "text":
                yield block["text"]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800" y="5359082"/>
            <a:ext cx="8293101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/>
              <a:t>LangGraph handles the loop: LLM → tool call → tool result → final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800" b="1"/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</a:pPr>
            <a:r>
              <a:rPr sz="1800"/>
              <a:t>1. Login as DScully / XFiles and confirm the Enter key path works.</a:t>
            </a:r>
          </a:p>
          <a:p>
            <a:pPr>
              <a:spcAft>
                <a:spcPts val="600"/>
              </a:spcAft>
            </a:pPr>
            <a:r>
              <a:rPr sz="1800"/>
              <a:t>2. Select a patient from the dropdown and note these are real names from the synthetic FHIR dataset.</a:t>
            </a:r>
          </a:p>
          <a:p>
            <a:pPr>
              <a:spcAft>
                <a:spcPts val="600"/>
              </a:spcAft>
            </a:pPr>
            <a:r>
              <a:rPr sz="1800"/>
              <a:t>3. Click Generate and watch the agent query tools, then synthesize the response.</a:t>
            </a:r>
          </a:p>
          <a:p>
            <a:pPr>
              <a:spcAft>
                <a:spcPts val="600"/>
              </a:spcAft>
            </a:pPr>
            <a:r>
              <a:rPr sz="1800"/>
              <a:t>4. Show the output tables, observations, and graceful handling for missing data.</a:t>
            </a:r>
          </a:p>
          <a:p>
            <a:pPr>
              <a:spcAft>
                <a:spcPts val="600"/>
              </a:spcAft>
            </a:pPr>
            <a:r>
              <a:rPr sz="1800"/>
              <a:t>5. Login as NJoy / pokemon to show the same UI with a smaller RBAC-filtered toolset.</a:t>
            </a:r>
          </a:p>
          <a:p>
            <a:pPr>
              <a:spcAft>
                <a:spcPts val="600"/>
              </a:spcAft>
            </a:pPr>
            <a:r>
              <a:rPr sz="1800"/>
              <a:t>6. Call out that the LLM chose the tables to query, RBAC came from IRIS, and the API key never lived in config.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 anchor="t"/>
          <a:lstStyle/>
          <a:p>
            <a:r>
              <a:rPr sz="1800" i="0"/>
              <a:t>Switch to browser: http://localhost:8501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800" b="1"/>
              <a:t>FHIR SQL 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</a:pPr>
            <a:r>
              <a:rPr sz="1800"/>
              <a:t>121 synthetic patients are loaded as FHIR R4 JSON bundles.</a:t>
            </a:r>
          </a:p>
          <a:p>
            <a:pPr>
              <a:spcAft>
                <a:spcPts val="600"/>
              </a:spcAft>
            </a:pPr>
            <a:r>
              <a:rPr sz="1800"/>
              <a:t>FHIR SQL Builder analyzes the server and projects resources into SQL tables the MCP tools can query directly.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 anchor="t"/>
          <a:lstStyle/>
          <a:p>
            <a:r>
              <a:rPr sz="1800" i="0"/>
              <a:t>FHIR data as SQL tables — no custom parsing required.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6100" y="3689731"/>
          <a:ext cx="11099800" cy="2225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9933"/>
                <a:gridCol w="3699933"/>
                <a:gridCol w="3699934"/>
              </a:tblGrid>
              <a:tr h="445160">
                <a:tc>
                  <a:txBody>
                    <a:bodyPr/>
                    <a:lstStyle/>
                    <a:p>
                      <a:r>
                        <a:rPr sz="1400" b="1"/>
                        <a:t>SQL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FHIR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Key columns</a:t>
                      </a:r>
                    </a:p>
                  </a:txBody>
                  <a:tcPr/>
                </a:tc>
              </a:tr>
              <a:tr h="445160">
                <a:tc>
                  <a:txBody>
                    <a:bodyPr/>
                    <a:lstStyle/>
                    <a:p>
                      <a:r>
                        <a:rPr sz="1400"/>
                        <a:t>AFHIRData.Patient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GivenName, FamilyName</a:t>
                      </a:r>
                    </a:p>
                  </a:txBody>
                  <a:tcPr/>
                </a:tc>
              </a:tr>
              <a:tr h="445160">
                <a:tc>
                  <a:txBody>
                    <a:bodyPr/>
                    <a:lstStyle/>
                    <a:p>
                      <a:r>
                        <a:rPr sz="1400"/>
                        <a:t>AFHIRData.Condition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Description, SnomedCode, Status, Patient</a:t>
                      </a:r>
                    </a:p>
                  </a:txBody>
                  <a:tcPr/>
                </a:tc>
              </a:tr>
              <a:tr h="445160">
                <a:tc>
                  <a:txBody>
                    <a:bodyPr/>
                    <a:lstStyle/>
                    <a:p>
                      <a:r>
                        <a:rPr sz="1400"/>
                        <a:t>AFHIRData.Observation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Code, Description, ValueQuantity, ValueUOM</a:t>
                      </a:r>
                    </a:p>
                  </a:txBody>
                  <a:tcPr/>
                </a:tc>
              </a:tr>
              <a:tr h="445161">
                <a:tc>
                  <a:txBody>
                    <a:bodyPr/>
                    <a:lstStyle/>
                    <a:p>
                      <a:r>
                        <a:rPr sz="1400"/>
                        <a:t>AFHIRData.DocumentReference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DocumentReference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Text for RAG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800" b="1"/>
              <a:t>For Your Hackathon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 tIns="2411285"/>
          <a:lstStyle/>
          <a:p>
            <a:pPr>
              <a:spcAft>
                <a:spcPts val="600"/>
              </a:spcAft>
            </a:pPr>
            <a:r>
              <a:rPr sz="1800"/>
              <a:t>1. Healthcare — extend this demo with more FHIR tools, RAG, or clinical reasoning.</a:t>
            </a:r>
          </a:p>
          <a:p>
            <a:pPr>
              <a:spcAft>
                <a:spcPts val="600"/>
              </a:spcAft>
            </a:pPr>
            <a:r>
              <a:rPr sz="1800"/>
              <a:t>2. Non-Healthcare — reuse the same patterns with a different dataset and domain.</a:t>
            </a:r>
          </a:p>
          <a:p>
            <a:pPr>
              <a:spcAft>
                <a:spcPts val="600"/>
              </a:spcAft>
            </a:pPr>
            <a:r>
              <a:rPr sz="1800"/>
              <a:t>3. Experimental — push into multi-agent workflows, streaming, or voice interfaces.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 anchor="t"/>
          <a:lstStyle/>
          <a:p>
            <a:r>
              <a:rPr sz="1800" i="0"/>
              <a:t>Use one layer or the full stack depending on your project.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6100" y="1649413"/>
          <a:ext cx="11099800" cy="2225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9933"/>
                <a:gridCol w="3699933"/>
                <a:gridCol w="3699934"/>
              </a:tblGrid>
              <a:tr h="556450">
                <a:tc>
                  <a:txBody>
                    <a:bodyPr/>
                    <a:lstStyle/>
                    <a:p>
                      <a:r>
                        <a:rPr sz="1500" b="1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You need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You get</a:t>
                      </a:r>
                    </a:p>
                  </a:txBody>
                  <a:tcPr/>
                </a:tc>
              </a:tr>
              <a:tr h="556450">
                <a:tc>
                  <a:txBody>
                    <a:bodyPr/>
                    <a:lstStyle/>
                    <a:p>
                      <a:r>
                        <a:rPr sz="1500"/>
                        <a:t>MCP Server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ObjectScript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Any LLM client can call your IRIS logic</a:t>
                      </a:r>
                    </a:p>
                  </a:txBody>
                  <a:tcPr/>
                </a:tc>
              </a:tr>
              <a:tr h="556450">
                <a:tc>
                  <a:txBody>
                    <a:bodyPr/>
                    <a:lstStyle/>
                    <a:p>
                      <a:r>
                        <a:rPr sz="1500"/>
                        <a:t>ConfigStore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IRIS 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Centrally managed, provider-swappable LLM</a:t>
                      </a:r>
                    </a:p>
                  </a:txBody>
                  <a:tcPr/>
                </a:tc>
              </a:tr>
              <a:tr h="556451">
                <a:tc>
                  <a:txBody>
                    <a:bodyPr/>
                    <a:lstStyle/>
                    <a:p>
                      <a:r>
                        <a:rPr sz="1500"/>
                        <a:t>Full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Both + Streamlit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Working app template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800" b="1"/>
              <a:t>Hands-On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</a:pPr>
            <a:r>
              <a:rPr sz="1800"/>
              <a:t>1. Clone the repo: git clone https://gitlab.iscinternal.com/tdyar/ready2026-hackathon.git</a:t>
            </a:r>
          </a:p>
          <a:p>
            <a:pPr>
              <a:spcAft>
                <a:spcPts val="600"/>
              </a:spcAft>
            </a:pPr>
            <a:r>
              <a:rPr sz="1800"/>
              <a:t>2. Start the containers: cd ReadyAI-demo &amp;&amp; OPENAI_API_KEY=$OPENAI_API_KEY docker-compose up -d iris langchain</a:t>
            </a:r>
          </a:p>
          <a:p>
            <a:pPr>
              <a:spcAft>
                <a:spcPts val="600"/>
              </a:spcAft>
            </a:pPr>
            <a:r>
              <a:rPr sz="1800"/>
              <a:t>3. While it builds, read docs/workshop-participant-guide.md.</a:t>
            </a:r>
          </a:p>
          <a:p>
            <a:pPr>
              <a:spcAft>
                <a:spcPts val="600"/>
              </a:spcAft>
            </a:pPr>
            <a:r>
              <a:rPr sz="1800"/>
              <a:t>4. When IRIS is healthy, run: python3 scripts/fhir_setup.py</a:t>
            </a:r>
          </a:p>
          <a:p>
            <a:pPr>
              <a:spcAft>
                <a:spcPts val="600"/>
              </a:spcAft>
            </a:pPr>
            <a:r>
              <a:rPr sz="1800"/>
              <a:t>5. Start the MCP server: docker-compose up -d mcp-server</a:t>
            </a:r>
          </a:p>
          <a:p>
            <a:pPr>
              <a:spcAft>
                <a:spcPts val="600"/>
              </a:spcAft>
            </a:pPr>
            <a:r>
              <a:rPr sz="1800"/>
              <a:t>6. Open http://localhost:8501 and try your first modification in ReadyAI/SQLTools.cls.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 anchor="t"/>
          <a:lstStyle/>
          <a:p>
            <a:r>
              <a:rPr sz="1800" i="0"/>
              <a:t>Everyone open their laptops.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800" b="1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 wrap="square" anchor="t"/>
          <a:lstStyle/>
          <a:p>
            <a:r>
              <a:rPr sz="1800" i="0"/>
              <a:t>Hackathon starts: Monday, April 27, 2026
Repo: https://gitlab.iscinternal.com/tdyar/ready2026-hackathon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Systems Light">
  <a:themeElements>
    <a:clrScheme name="Office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InterSystem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0" tIns="0" rIns="0" bIns="0" rtlCol="0" anchor="ctr"/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Light_01a" id="{1A8E2D8A-3331-466E-B83B-24B0804295DB}" vid="{8361C629-1411-45A8-BB4C-E5D26246B534}"/>
    </a:ext>
  </a:extLst>
</a:theme>
</file>

<file path=ppt/theme/theme2.xml><?xml version="1.0" encoding="utf-8"?>
<a:theme xmlns:a="http://schemas.openxmlformats.org/drawingml/2006/main" name="Office Theme">
  <a:themeElements>
    <a:clrScheme name="InterSystems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Custom 17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nterSystems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Custom 17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BB45D81-FD79-49BE-A9DE-9724009E3F5F}">
  <we:reference id="wa200000729" version="3.19.222.0" store="en-US" storeType="OMEX"/>
  <we:alternateReferences>
    <we:reference id="WA200000729" version="3.19.222.0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3AA2F618970047B973A1158427879C" ma:contentTypeVersion="23" ma:contentTypeDescription="Create a new document." ma:contentTypeScope="" ma:versionID="dd67161baa4f0fb093685096880077d8">
  <xsd:schema xmlns:xsd="http://www.w3.org/2001/XMLSchema" xmlns:xs="http://www.w3.org/2001/XMLSchema" xmlns:p="http://schemas.microsoft.com/office/2006/metadata/properties" xmlns:ns2="06415709-527a-4b6d-8a34-a0862d8e9180" xmlns:ns3="e9ceaa06-4506-40ee-9ac9-f3db73b66aff" targetNamespace="http://schemas.microsoft.com/office/2006/metadata/properties" ma:root="true" ma:fieldsID="5f46ffc9dd8e5acde9a644d8ccf9287b" ns2:_="" ns3:_="">
    <xsd:import namespace="06415709-527a-4b6d-8a34-a0862d8e9180"/>
    <xsd:import namespace="e9ceaa06-4506-40ee-9ac9-f3db73b66a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415709-527a-4b6d-8a34-a0862d8e91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cea16c5-c436-4058-8559-87f07f0ae7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5" nillable="true" ma:displayName="Notes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ceaa06-4506-40ee-9ac9-f3db73b66af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0ac649a-ce5f-49a0-ac86-0351fe33cf67}" ma:internalName="TaxCatchAll" ma:showField="CatchAllData" ma:web="e9ceaa06-4506-40ee-9ac9-f3db73b66a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415709-527a-4b6d-8a34-a0862d8e9180">
      <Terms xmlns="http://schemas.microsoft.com/office/infopath/2007/PartnerControls"/>
    </lcf76f155ced4ddcb4097134ff3c332f>
    <TaxCatchAll xmlns="e9ceaa06-4506-40ee-9ac9-f3db73b66aff" xsi:nil="true"/>
    <Notes xmlns="06415709-527a-4b6d-8a34-a0862d8e9180" xsi:nil="true"/>
  </documentManagement>
</p:properties>
</file>

<file path=customXml/itemProps1.xml><?xml version="1.0" encoding="utf-8"?>
<ds:datastoreItem xmlns:ds="http://schemas.openxmlformats.org/officeDocument/2006/customXml" ds:itemID="{1A45F3F3-643C-4E4F-9AB3-07AB1D1BA4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F936FE-7238-43ED-BF23-07B0A784D556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AA132607-AF87-4D66-A8F7-55451E26BF92}">
  <ds:schemaRefs>
    <ds:schemaRef ds:uri="06415709-527a-4b6d-8a34-a0862d8e9180"/>
    <ds:schemaRef ds:uri="e9ceaa06-4506-40ee-9ac9-f3db73b66a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66729C12-CBA5-4FB4-B252-3FB8A06021FC}">
  <ds:schemaRefs>
    <ds:schemaRef ds:uri="http://purl.org/dc/elements/1.1/"/>
    <ds:schemaRef ds:uri="06415709-527a-4b6d-8a34-a0862d8e9180"/>
    <ds:schemaRef ds:uri="http://www.w3.org/XML/1998/namespace"/>
    <ds:schemaRef ds:uri="http://purl.org/dc/dcmitype/"/>
    <ds:schemaRef ds:uri="http://schemas.microsoft.com/office/2006/metadata/properties"/>
    <ds:schemaRef ds:uri="e9ceaa06-4506-40ee-9ac9-f3db73b66a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4830437a-0f49-40b8-9dee-9e7397f04915}" enabled="1" method="Standard" siteId="{74abaa74-2829-4279-b25c-5743687b0bf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InterSystems Light</Template>
  <TotalTime>0</TotalTime>
  <Words>1251</Words>
  <Application>Microsoft Office PowerPoint</Application>
  <PresentationFormat>Widescreen</PresentationFormat>
  <Paragraphs>189</Paragraphs>
  <Slides>32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Courier New</vt:lpstr>
      <vt:lpstr>Gotham Book</vt:lpstr>
      <vt:lpstr>Verdana</vt:lpstr>
      <vt:lpstr>Wingdings</vt:lpstr>
      <vt:lpstr>InterSystems Light</vt:lpstr>
      <vt:lpstr>RAG Isn’t Dead</vt:lpstr>
      <vt:lpstr>PowerPoint Presentation</vt:lpstr>
      <vt:lpstr>We Want Your Feedback… Take the Session Survey</vt:lpstr>
      <vt:lpstr>PowerPoint Presentation</vt:lpstr>
      <vt:lpstr>PowerPoint Presentation</vt:lpstr>
      <vt:lpstr>PowerPoint Presentation</vt:lpstr>
      <vt:lpstr>PowerPoint Presentation</vt:lpstr>
      <vt:lpstr>RAG Project Design (SerenityGPT lessons)</vt:lpstr>
      <vt:lpstr>RAG Configuration (SerenityGPT lessons)</vt:lpstr>
      <vt:lpstr>Vector Database Design</vt:lpstr>
      <vt:lpstr>Case Study: JSON Metadata</vt:lpstr>
      <vt:lpstr>Chunking &amp; Embedding Existing Persistent Classes</vt:lpstr>
      <vt:lpstr>Vector Indices in IRIS: User Notes</vt:lpstr>
      <vt:lpstr>Vector Search Performance Comparison</vt:lpstr>
      <vt:lpstr>Vector Search Performance Comparison</vt:lpstr>
      <vt:lpstr>Vector search evaluation</vt:lpstr>
      <vt:lpstr>Eval framework design principles</vt:lpstr>
      <vt:lpstr>Also check out… (Tech Exchange/SDC)</vt:lpstr>
      <vt:lpstr>PowerPoint Presentation</vt:lpstr>
      <vt:lpstr>PowerPoint Presentation</vt:lpstr>
      <vt:lpstr>PowerPoint Presentation</vt:lpstr>
      <vt:lpstr>PowerPoint Presentation</vt:lpstr>
      <vt:lpstr>Case Study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Pekkinen</dc:creator>
  <cp:lastModifiedBy>Nicholas Petrocelli</cp:lastModifiedBy>
  <cp:revision>1</cp:revision>
  <dcterms:created xsi:type="dcterms:W3CDTF">2025-04-17T14:29:55Z</dcterms:created>
  <dcterms:modified xsi:type="dcterms:W3CDTF">2026-03-31T14:51:25Z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0x010100713AA2F618970047B973A1158427879C</vt:lpwstr>
  </property>
  <property fmtid="{D5CDD505-2E9C-101B-9397-08002B2CF9AE}" pid="3" name="MediaServiceImageTags">
    <vt:lpwstr/>
  </property>
</Properties>
</file>